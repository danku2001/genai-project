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2E19E2-3E9F-4544-97BB-19DB9734BF0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CB144E2-7CAA-4F9D-96EA-3BCF72ABE710}">
      <dgm:prSet/>
      <dgm:spPr/>
      <dgm:t>
        <a:bodyPr/>
        <a:lstStyle/>
        <a:p>
          <a:r>
            <a:rPr lang="en-US"/>
            <a:t>Construction sites are dangerous environments</a:t>
          </a:r>
        </a:p>
      </dgm:t>
    </dgm:pt>
    <dgm:pt modelId="{1EDE3598-099E-419D-B8FB-C114A903E3DE}" type="parTrans" cxnId="{FEE14117-4799-4F37-8E79-343BF6460C08}">
      <dgm:prSet/>
      <dgm:spPr/>
      <dgm:t>
        <a:bodyPr/>
        <a:lstStyle/>
        <a:p>
          <a:endParaRPr lang="en-US"/>
        </a:p>
      </dgm:t>
    </dgm:pt>
    <dgm:pt modelId="{E2E20B6A-7789-4F12-9521-8ECF2D39A204}" type="sibTrans" cxnId="{FEE14117-4799-4F37-8E79-343BF6460C08}">
      <dgm:prSet/>
      <dgm:spPr/>
      <dgm:t>
        <a:bodyPr/>
        <a:lstStyle/>
        <a:p>
          <a:endParaRPr lang="en-US"/>
        </a:p>
      </dgm:t>
    </dgm:pt>
    <dgm:pt modelId="{C563DC2A-161E-41F4-BEFF-35446D956B6A}">
      <dgm:prSet/>
      <dgm:spPr/>
      <dgm:t>
        <a:bodyPr/>
        <a:lstStyle/>
        <a:p>
          <a:r>
            <a:rPr lang="en-US"/>
            <a:t>Helmets are mandatory but not always used</a:t>
          </a:r>
        </a:p>
      </dgm:t>
    </dgm:pt>
    <dgm:pt modelId="{AF248F6A-207C-48DC-A2E9-4840D74A3D48}" type="parTrans" cxnId="{C59AB74A-82C6-483E-BD4F-EE29197F79F7}">
      <dgm:prSet/>
      <dgm:spPr/>
      <dgm:t>
        <a:bodyPr/>
        <a:lstStyle/>
        <a:p>
          <a:endParaRPr lang="en-US"/>
        </a:p>
      </dgm:t>
    </dgm:pt>
    <dgm:pt modelId="{61425C4B-DF22-4ED3-9CDF-E9B3DA156804}" type="sibTrans" cxnId="{C59AB74A-82C6-483E-BD4F-EE29197F79F7}">
      <dgm:prSet/>
      <dgm:spPr/>
      <dgm:t>
        <a:bodyPr/>
        <a:lstStyle/>
        <a:p>
          <a:endParaRPr lang="en-US"/>
        </a:p>
      </dgm:t>
    </dgm:pt>
    <dgm:pt modelId="{1E4509DB-A6DD-4F4B-8950-BA0EC05615EC}">
      <dgm:prSet/>
      <dgm:spPr/>
      <dgm:t>
        <a:bodyPr/>
        <a:lstStyle/>
        <a:p>
          <a:r>
            <a:rPr lang="en-US"/>
            <a:t>Safety officers cannot monitor all cameras manually</a:t>
          </a:r>
        </a:p>
      </dgm:t>
    </dgm:pt>
    <dgm:pt modelId="{88EA101E-C1F7-43CE-AA42-CAE8374B47C4}" type="parTrans" cxnId="{9383D8DC-4D72-4ADB-8E63-11D6BE3527DC}">
      <dgm:prSet/>
      <dgm:spPr/>
      <dgm:t>
        <a:bodyPr/>
        <a:lstStyle/>
        <a:p>
          <a:endParaRPr lang="en-US"/>
        </a:p>
      </dgm:t>
    </dgm:pt>
    <dgm:pt modelId="{993D6015-F978-4001-9A92-AEFCFD076A33}" type="sibTrans" cxnId="{9383D8DC-4D72-4ADB-8E63-11D6BE3527DC}">
      <dgm:prSet/>
      <dgm:spPr/>
      <dgm:t>
        <a:bodyPr/>
        <a:lstStyle/>
        <a:p>
          <a:endParaRPr lang="en-US"/>
        </a:p>
      </dgm:t>
    </dgm:pt>
    <dgm:pt modelId="{CD833D42-9A0C-4BE5-97EF-C4339F800FEF}">
      <dgm:prSet/>
      <dgm:spPr/>
      <dgm:t>
        <a:bodyPr/>
        <a:lstStyle/>
        <a:p>
          <a:r>
            <a:rPr lang="en-US"/>
            <a:t>Goal: automatically detect unsafe images (missing helmets)</a:t>
          </a:r>
        </a:p>
      </dgm:t>
    </dgm:pt>
    <dgm:pt modelId="{B6EFABD5-DEA8-4D13-A4DA-4F808D0421E2}" type="parTrans" cxnId="{D0FCB41C-E5D4-4EC8-AD3E-C1F528996CF8}">
      <dgm:prSet/>
      <dgm:spPr/>
      <dgm:t>
        <a:bodyPr/>
        <a:lstStyle/>
        <a:p>
          <a:endParaRPr lang="en-US"/>
        </a:p>
      </dgm:t>
    </dgm:pt>
    <dgm:pt modelId="{B8FA16ED-DE0D-4686-BE29-486D01D612D3}" type="sibTrans" cxnId="{D0FCB41C-E5D4-4EC8-AD3E-C1F528996CF8}">
      <dgm:prSet/>
      <dgm:spPr/>
      <dgm:t>
        <a:bodyPr/>
        <a:lstStyle/>
        <a:p>
          <a:endParaRPr lang="en-US"/>
        </a:p>
      </dgm:t>
    </dgm:pt>
    <dgm:pt modelId="{7381865B-14BC-4D6A-8E6C-F2108B1FC072}">
      <dgm:prSet/>
      <dgm:spPr/>
      <dgm:t>
        <a:bodyPr/>
        <a:lstStyle/>
        <a:p>
          <a:r>
            <a:rPr lang="en-US"/>
            <a:t>Target user: safety officer receiving automatic alerts</a:t>
          </a:r>
        </a:p>
      </dgm:t>
    </dgm:pt>
    <dgm:pt modelId="{6C225184-47D6-4E74-B1A4-EB48A142E3EF}" type="parTrans" cxnId="{4DAAD4CC-7F9F-45F9-8F83-2072E9DAAD4A}">
      <dgm:prSet/>
      <dgm:spPr/>
      <dgm:t>
        <a:bodyPr/>
        <a:lstStyle/>
        <a:p>
          <a:endParaRPr lang="en-US"/>
        </a:p>
      </dgm:t>
    </dgm:pt>
    <dgm:pt modelId="{9229389E-F5AB-451A-A3E9-053EEA7FEEFF}" type="sibTrans" cxnId="{4DAAD4CC-7F9F-45F9-8F83-2072E9DAAD4A}">
      <dgm:prSet/>
      <dgm:spPr/>
      <dgm:t>
        <a:bodyPr/>
        <a:lstStyle/>
        <a:p>
          <a:endParaRPr lang="en-US"/>
        </a:p>
      </dgm:t>
    </dgm:pt>
    <dgm:pt modelId="{5E55F686-45C6-46B1-996C-7EF1BCE2C537}" type="pres">
      <dgm:prSet presAssocID="{C72E19E2-3E9F-4544-97BB-19DB9734BF09}" presName="linear" presStyleCnt="0">
        <dgm:presLayoutVars>
          <dgm:animLvl val="lvl"/>
          <dgm:resizeHandles val="exact"/>
        </dgm:presLayoutVars>
      </dgm:prSet>
      <dgm:spPr/>
    </dgm:pt>
    <dgm:pt modelId="{00724E89-651E-4E5E-A1ED-24AE39737924}" type="pres">
      <dgm:prSet presAssocID="{ECB144E2-7CAA-4F9D-96EA-3BCF72ABE71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5AD4B24-877E-41CC-BD28-EEFC852D3C99}" type="pres">
      <dgm:prSet presAssocID="{E2E20B6A-7789-4F12-9521-8ECF2D39A204}" presName="spacer" presStyleCnt="0"/>
      <dgm:spPr/>
    </dgm:pt>
    <dgm:pt modelId="{8AEA9AF2-7631-413F-9E70-3FC67C0B4A63}" type="pres">
      <dgm:prSet presAssocID="{C563DC2A-161E-41F4-BEFF-35446D956B6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99A4B2D-C15B-43F4-8A1C-085658471E43}" type="pres">
      <dgm:prSet presAssocID="{61425C4B-DF22-4ED3-9CDF-E9B3DA156804}" presName="spacer" presStyleCnt="0"/>
      <dgm:spPr/>
    </dgm:pt>
    <dgm:pt modelId="{178F451D-37E1-4D6D-96AA-2A0E9638CF3A}" type="pres">
      <dgm:prSet presAssocID="{1E4509DB-A6DD-4F4B-8950-BA0EC05615E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A0DF84D-D9A2-47F0-AF00-DCA022BB0CD0}" type="pres">
      <dgm:prSet presAssocID="{993D6015-F978-4001-9A92-AEFCFD076A33}" presName="spacer" presStyleCnt="0"/>
      <dgm:spPr/>
    </dgm:pt>
    <dgm:pt modelId="{43B99029-1081-4010-89DF-21178C67C342}" type="pres">
      <dgm:prSet presAssocID="{CD833D42-9A0C-4BE5-97EF-C4339F800FE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AE95BC3-A415-4CC3-B642-E1BAA72DF0B1}" type="pres">
      <dgm:prSet presAssocID="{B8FA16ED-DE0D-4686-BE29-486D01D612D3}" presName="spacer" presStyleCnt="0"/>
      <dgm:spPr/>
    </dgm:pt>
    <dgm:pt modelId="{33418885-3498-4493-A9A2-B9D4E6E4F314}" type="pres">
      <dgm:prSet presAssocID="{7381865B-14BC-4D6A-8E6C-F2108B1FC07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EE14117-4799-4F37-8E79-343BF6460C08}" srcId="{C72E19E2-3E9F-4544-97BB-19DB9734BF09}" destId="{ECB144E2-7CAA-4F9D-96EA-3BCF72ABE710}" srcOrd="0" destOrd="0" parTransId="{1EDE3598-099E-419D-B8FB-C114A903E3DE}" sibTransId="{E2E20B6A-7789-4F12-9521-8ECF2D39A204}"/>
    <dgm:cxn modelId="{D0FCB41C-E5D4-4EC8-AD3E-C1F528996CF8}" srcId="{C72E19E2-3E9F-4544-97BB-19DB9734BF09}" destId="{CD833D42-9A0C-4BE5-97EF-C4339F800FEF}" srcOrd="3" destOrd="0" parTransId="{B6EFABD5-DEA8-4D13-A4DA-4F808D0421E2}" sibTransId="{B8FA16ED-DE0D-4686-BE29-486D01D612D3}"/>
    <dgm:cxn modelId="{E3D4573B-E634-4C31-A8D5-27777F27865D}" type="presOf" srcId="{C72E19E2-3E9F-4544-97BB-19DB9734BF09}" destId="{5E55F686-45C6-46B1-996C-7EF1BCE2C537}" srcOrd="0" destOrd="0" presId="urn:microsoft.com/office/officeart/2005/8/layout/vList2"/>
    <dgm:cxn modelId="{C59AB74A-82C6-483E-BD4F-EE29197F79F7}" srcId="{C72E19E2-3E9F-4544-97BB-19DB9734BF09}" destId="{C563DC2A-161E-41F4-BEFF-35446D956B6A}" srcOrd="1" destOrd="0" parTransId="{AF248F6A-207C-48DC-A2E9-4840D74A3D48}" sibTransId="{61425C4B-DF22-4ED3-9CDF-E9B3DA156804}"/>
    <dgm:cxn modelId="{9211E482-D2CE-4681-B1F1-CAABD03F6C91}" type="presOf" srcId="{CD833D42-9A0C-4BE5-97EF-C4339F800FEF}" destId="{43B99029-1081-4010-89DF-21178C67C342}" srcOrd="0" destOrd="0" presId="urn:microsoft.com/office/officeart/2005/8/layout/vList2"/>
    <dgm:cxn modelId="{4DAAD4CC-7F9F-45F9-8F83-2072E9DAAD4A}" srcId="{C72E19E2-3E9F-4544-97BB-19DB9734BF09}" destId="{7381865B-14BC-4D6A-8E6C-F2108B1FC072}" srcOrd="4" destOrd="0" parTransId="{6C225184-47D6-4E74-B1A4-EB48A142E3EF}" sibTransId="{9229389E-F5AB-451A-A3E9-053EEA7FEEFF}"/>
    <dgm:cxn modelId="{9383D8DC-4D72-4ADB-8E63-11D6BE3527DC}" srcId="{C72E19E2-3E9F-4544-97BB-19DB9734BF09}" destId="{1E4509DB-A6DD-4F4B-8950-BA0EC05615EC}" srcOrd="2" destOrd="0" parTransId="{88EA101E-C1F7-43CE-AA42-CAE8374B47C4}" sibTransId="{993D6015-F978-4001-9A92-AEFCFD076A33}"/>
    <dgm:cxn modelId="{92A0B0F2-9749-4521-894F-C3C4BCDFA8C7}" type="presOf" srcId="{1E4509DB-A6DD-4F4B-8950-BA0EC05615EC}" destId="{178F451D-37E1-4D6D-96AA-2A0E9638CF3A}" srcOrd="0" destOrd="0" presId="urn:microsoft.com/office/officeart/2005/8/layout/vList2"/>
    <dgm:cxn modelId="{8C841AF7-E4DB-4B56-9C89-CAF65FF868FB}" type="presOf" srcId="{ECB144E2-7CAA-4F9D-96EA-3BCF72ABE710}" destId="{00724E89-651E-4E5E-A1ED-24AE39737924}" srcOrd="0" destOrd="0" presId="urn:microsoft.com/office/officeart/2005/8/layout/vList2"/>
    <dgm:cxn modelId="{336711FB-38EA-4078-9070-8A25A3637803}" type="presOf" srcId="{C563DC2A-161E-41F4-BEFF-35446D956B6A}" destId="{8AEA9AF2-7631-413F-9E70-3FC67C0B4A63}" srcOrd="0" destOrd="0" presId="urn:microsoft.com/office/officeart/2005/8/layout/vList2"/>
    <dgm:cxn modelId="{489239FF-6711-4112-BE5B-0E3AA3300493}" type="presOf" srcId="{7381865B-14BC-4D6A-8E6C-F2108B1FC072}" destId="{33418885-3498-4493-A9A2-B9D4E6E4F314}" srcOrd="0" destOrd="0" presId="urn:microsoft.com/office/officeart/2005/8/layout/vList2"/>
    <dgm:cxn modelId="{64E7E3D5-506E-4FF8-955B-C6E124788235}" type="presParOf" srcId="{5E55F686-45C6-46B1-996C-7EF1BCE2C537}" destId="{00724E89-651E-4E5E-A1ED-24AE39737924}" srcOrd="0" destOrd="0" presId="urn:microsoft.com/office/officeart/2005/8/layout/vList2"/>
    <dgm:cxn modelId="{0A4094C9-3E3A-4902-A70E-D2073A257833}" type="presParOf" srcId="{5E55F686-45C6-46B1-996C-7EF1BCE2C537}" destId="{F5AD4B24-877E-41CC-BD28-EEFC852D3C99}" srcOrd="1" destOrd="0" presId="urn:microsoft.com/office/officeart/2005/8/layout/vList2"/>
    <dgm:cxn modelId="{6DB91AA3-0F27-411E-B93D-BBEB541A931B}" type="presParOf" srcId="{5E55F686-45C6-46B1-996C-7EF1BCE2C537}" destId="{8AEA9AF2-7631-413F-9E70-3FC67C0B4A63}" srcOrd="2" destOrd="0" presId="urn:microsoft.com/office/officeart/2005/8/layout/vList2"/>
    <dgm:cxn modelId="{721CA900-AF80-4BA1-827D-EF85CC64CE39}" type="presParOf" srcId="{5E55F686-45C6-46B1-996C-7EF1BCE2C537}" destId="{B99A4B2D-C15B-43F4-8A1C-085658471E43}" srcOrd="3" destOrd="0" presId="urn:microsoft.com/office/officeart/2005/8/layout/vList2"/>
    <dgm:cxn modelId="{108FA92D-9495-4E59-ABA6-08E01031745C}" type="presParOf" srcId="{5E55F686-45C6-46B1-996C-7EF1BCE2C537}" destId="{178F451D-37E1-4D6D-96AA-2A0E9638CF3A}" srcOrd="4" destOrd="0" presId="urn:microsoft.com/office/officeart/2005/8/layout/vList2"/>
    <dgm:cxn modelId="{042E7A1E-22C0-49F7-94B5-064B25784586}" type="presParOf" srcId="{5E55F686-45C6-46B1-996C-7EF1BCE2C537}" destId="{0A0DF84D-D9A2-47F0-AF00-DCA022BB0CD0}" srcOrd="5" destOrd="0" presId="urn:microsoft.com/office/officeart/2005/8/layout/vList2"/>
    <dgm:cxn modelId="{AE780DE2-B9BA-4C25-B0A2-F0447F3A8EC8}" type="presParOf" srcId="{5E55F686-45C6-46B1-996C-7EF1BCE2C537}" destId="{43B99029-1081-4010-89DF-21178C67C342}" srcOrd="6" destOrd="0" presId="urn:microsoft.com/office/officeart/2005/8/layout/vList2"/>
    <dgm:cxn modelId="{C0C8FB0E-1E6E-4320-B9AD-02CFFD060B00}" type="presParOf" srcId="{5E55F686-45C6-46B1-996C-7EF1BCE2C537}" destId="{FAE95BC3-A415-4CC3-B642-E1BAA72DF0B1}" srcOrd="7" destOrd="0" presId="urn:microsoft.com/office/officeart/2005/8/layout/vList2"/>
    <dgm:cxn modelId="{D06BA2E5-36C6-4C0F-A27D-FD8920DA85D1}" type="presParOf" srcId="{5E55F686-45C6-46B1-996C-7EF1BCE2C537}" destId="{33418885-3498-4493-A9A2-B9D4E6E4F31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C7E219-97DE-4CEA-8A9D-2EC3F462061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4D698A9-EB0C-4EE8-B7DB-63756CC77622}">
      <dgm:prSet/>
      <dgm:spPr/>
      <dgm:t>
        <a:bodyPr/>
        <a:lstStyle/>
        <a:p>
          <a:r>
            <a:rPr lang="en-US"/>
            <a:t>Input: RGB image from a construction site</a:t>
          </a:r>
        </a:p>
      </dgm:t>
    </dgm:pt>
    <dgm:pt modelId="{E6093C78-D31E-49D9-8276-654BE1632B4F}" type="parTrans" cxnId="{83B4EE14-2C7B-44E3-88D7-7B326183B90D}">
      <dgm:prSet/>
      <dgm:spPr/>
      <dgm:t>
        <a:bodyPr/>
        <a:lstStyle/>
        <a:p>
          <a:endParaRPr lang="en-US"/>
        </a:p>
      </dgm:t>
    </dgm:pt>
    <dgm:pt modelId="{21196CAF-51E0-4648-97A7-05E197284589}" type="sibTrans" cxnId="{83B4EE14-2C7B-44E3-88D7-7B326183B90D}">
      <dgm:prSet/>
      <dgm:spPr/>
      <dgm:t>
        <a:bodyPr/>
        <a:lstStyle/>
        <a:p>
          <a:endParaRPr lang="en-US"/>
        </a:p>
      </dgm:t>
    </dgm:pt>
    <dgm:pt modelId="{195E209A-B6B4-4BC8-95D6-B394CED6C9BD}">
      <dgm:prSet/>
      <dgm:spPr/>
      <dgm:t>
        <a:bodyPr/>
        <a:lstStyle/>
        <a:p>
          <a:r>
            <a:rPr lang="en-US"/>
            <a:t>Output: label – safe / unsafe</a:t>
          </a:r>
        </a:p>
      </dgm:t>
    </dgm:pt>
    <dgm:pt modelId="{0656B59A-5680-4699-8C4B-6ABD452D1BC0}" type="parTrans" cxnId="{845A79F4-6871-4B65-BD03-0709C0D67F38}">
      <dgm:prSet/>
      <dgm:spPr/>
      <dgm:t>
        <a:bodyPr/>
        <a:lstStyle/>
        <a:p>
          <a:endParaRPr lang="en-US"/>
        </a:p>
      </dgm:t>
    </dgm:pt>
    <dgm:pt modelId="{9BE14D75-0461-46D8-A5A3-980B35B5BD18}" type="sibTrans" cxnId="{845A79F4-6871-4B65-BD03-0709C0D67F38}">
      <dgm:prSet/>
      <dgm:spPr/>
      <dgm:t>
        <a:bodyPr/>
        <a:lstStyle/>
        <a:p>
          <a:endParaRPr lang="en-US"/>
        </a:p>
      </dgm:t>
    </dgm:pt>
    <dgm:pt modelId="{C8D24E1E-7310-4668-B2D4-81C2D2132CF5}">
      <dgm:prSet/>
      <dgm:spPr/>
      <dgm:t>
        <a:bodyPr/>
        <a:lstStyle/>
        <a:p>
          <a:r>
            <a:rPr lang="en-US"/>
            <a:t>Safe: all visible workers wear helmets</a:t>
          </a:r>
        </a:p>
      </dgm:t>
    </dgm:pt>
    <dgm:pt modelId="{05AE5EF7-93C4-4346-A154-ED8E6DD61DBF}" type="parTrans" cxnId="{6E05C718-B82F-4582-8364-68277CFC94AE}">
      <dgm:prSet/>
      <dgm:spPr/>
      <dgm:t>
        <a:bodyPr/>
        <a:lstStyle/>
        <a:p>
          <a:endParaRPr lang="en-US"/>
        </a:p>
      </dgm:t>
    </dgm:pt>
    <dgm:pt modelId="{234C760D-2C41-4E62-932B-6F5342131B50}" type="sibTrans" cxnId="{6E05C718-B82F-4582-8364-68277CFC94AE}">
      <dgm:prSet/>
      <dgm:spPr/>
      <dgm:t>
        <a:bodyPr/>
        <a:lstStyle/>
        <a:p>
          <a:endParaRPr lang="en-US"/>
        </a:p>
      </dgm:t>
    </dgm:pt>
    <dgm:pt modelId="{8ED80748-A060-4B16-9846-6F5D8731403C}">
      <dgm:prSet/>
      <dgm:spPr/>
      <dgm:t>
        <a:bodyPr/>
        <a:lstStyle/>
        <a:p>
          <a:r>
            <a:rPr lang="en-US"/>
            <a:t>Unsafe: at least one visible worker without a helmet</a:t>
          </a:r>
        </a:p>
      </dgm:t>
    </dgm:pt>
    <dgm:pt modelId="{BD486844-848C-4C83-ABCF-2E04127C8D4E}" type="parTrans" cxnId="{ECC84DC9-F641-43B2-8FD2-A118AFD7ADB9}">
      <dgm:prSet/>
      <dgm:spPr/>
      <dgm:t>
        <a:bodyPr/>
        <a:lstStyle/>
        <a:p>
          <a:endParaRPr lang="en-US"/>
        </a:p>
      </dgm:t>
    </dgm:pt>
    <dgm:pt modelId="{43ACCBBF-0306-474F-AA63-7BDDD378F957}" type="sibTrans" cxnId="{ECC84DC9-F641-43B2-8FD2-A118AFD7ADB9}">
      <dgm:prSet/>
      <dgm:spPr/>
      <dgm:t>
        <a:bodyPr/>
        <a:lstStyle/>
        <a:p>
          <a:endParaRPr lang="en-US"/>
        </a:p>
      </dgm:t>
    </dgm:pt>
    <dgm:pt modelId="{8A04DD69-E4E9-40BC-A2E5-EC3B6E955877}">
      <dgm:prSet/>
      <dgm:spPr/>
      <dgm:t>
        <a:bodyPr/>
        <a:lstStyle/>
        <a:p>
          <a:r>
            <a:rPr lang="en-US"/>
            <a:t>Supervised binary image classification</a:t>
          </a:r>
        </a:p>
      </dgm:t>
    </dgm:pt>
    <dgm:pt modelId="{FFBEB6AE-E17E-4560-B8AD-59FBCBD0F512}" type="parTrans" cxnId="{2FE9A6C6-3A44-47A5-863A-CE1AE36482ED}">
      <dgm:prSet/>
      <dgm:spPr/>
      <dgm:t>
        <a:bodyPr/>
        <a:lstStyle/>
        <a:p>
          <a:endParaRPr lang="en-US"/>
        </a:p>
      </dgm:t>
    </dgm:pt>
    <dgm:pt modelId="{4AE82D4A-F838-430A-9998-96B0569A2E47}" type="sibTrans" cxnId="{2FE9A6C6-3A44-47A5-863A-CE1AE36482ED}">
      <dgm:prSet/>
      <dgm:spPr/>
      <dgm:t>
        <a:bodyPr/>
        <a:lstStyle/>
        <a:p>
          <a:endParaRPr lang="en-US"/>
        </a:p>
      </dgm:t>
    </dgm:pt>
    <dgm:pt modelId="{E127D6C6-4156-40C4-A7A5-3E45296B6141}">
      <dgm:prSet/>
      <dgm:spPr/>
      <dgm:t>
        <a:bodyPr/>
        <a:lstStyle/>
        <a:p>
          <a:r>
            <a:rPr lang="en-US"/>
            <a:t>Scene-level decision (no localization)</a:t>
          </a:r>
        </a:p>
      </dgm:t>
    </dgm:pt>
    <dgm:pt modelId="{51F02472-B5F7-4836-8E38-066C294C323B}" type="parTrans" cxnId="{D0EB7410-025F-4DF0-90F1-C11BFC0C1035}">
      <dgm:prSet/>
      <dgm:spPr/>
      <dgm:t>
        <a:bodyPr/>
        <a:lstStyle/>
        <a:p>
          <a:endParaRPr lang="en-US"/>
        </a:p>
      </dgm:t>
    </dgm:pt>
    <dgm:pt modelId="{C8EF618B-436B-4F1F-A31F-78C13B800EAD}" type="sibTrans" cxnId="{D0EB7410-025F-4DF0-90F1-C11BFC0C1035}">
      <dgm:prSet/>
      <dgm:spPr/>
      <dgm:t>
        <a:bodyPr/>
        <a:lstStyle/>
        <a:p>
          <a:endParaRPr lang="en-US"/>
        </a:p>
      </dgm:t>
    </dgm:pt>
    <dgm:pt modelId="{A9747E25-7031-4E3A-A1D0-A4FE5313253C}" type="pres">
      <dgm:prSet presAssocID="{E6C7E219-97DE-4CEA-8A9D-2EC3F4620614}" presName="Name0" presStyleCnt="0">
        <dgm:presLayoutVars>
          <dgm:dir/>
          <dgm:resizeHandles val="exact"/>
        </dgm:presLayoutVars>
      </dgm:prSet>
      <dgm:spPr/>
    </dgm:pt>
    <dgm:pt modelId="{F516F295-85D8-451D-B646-8F0E3774C55C}" type="pres">
      <dgm:prSet presAssocID="{64D698A9-EB0C-4EE8-B7DB-63756CC77622}" presName="node" presStyleLbl="node1" presStyleIdx="0" presStyleCnt="6">
        <dgm:presLayoutVars>
          <dgm:bulletEnabled val="1"/>
        </dgm:presLayoutVars>
      </dgm:prSet>
      <dgm:spPr/>
    </dgm:pt>
    <dgm:pt modelId="{B1A78D9F-94FB-426C-BAA9-81A187B83F46}" type="pres">
      <dgm:prSet presAssocID="{21196CAF-51E0-4648-97A7-05E197284589}" presName="sibTrans" presStyleLbl="sibTrans1D1" presStyleIdx="0" presStyleCnt="5"/>
      <dgm:spPr/>
    </dgm:pt>
    <dgm:pt modelId="{AE294388-E988-4C30-8F7D-7E3904BEB3B2}" type="pres">
      <dgm:prSet presAssocID="{21196CAF-51E0-4648-97A7-05E197284589}" presName="connectorText" presStyleLbl="sibTrans1D1" presStyleIdx="0" presStyleCnt="5"/>
      <dgm:spPr/>
    </dgm:pt>
    <dgm:pt modelId="{7C352AC2-9827-429F-A6EB-EB6A160B6399}" type="pres">
      <dgm:prSet presAssocID="{195E209A-B6B4-4BC8-95D6-B394CED6C9BD}" presName="node" presStyleLbl="node1" presStyleIdx="1" presStyleCnt="6">
        <dgm:presLayoutVars>
          <dgm:bulletEnabled val="1"/>
        </dgm:presLayoutVars>
      </dgm:prSet>
      <dgm:spPr/>
    </dgm:pt>
    <dgm:pt modelId="{3EE77F80-A8D6-48A9-8E54-AF1F31173FC9}" type="pres">
      <dgm:prSet presAssocID="{9BE14D75-0461-46D8-A5A3-980B35B5BD18}" presName="sibTrans" presStyleLbl="sibTrans1D1" presStyleIdx="1" presStyleCnt="5"/>
      <dgm:spPr/>
    </dgm:pt>
    <dgm:pt modelId="{244B3903-2DEC-4402-B8BF-0A78C265351D}" type="pres">
      <dgm:prSet presAssocID="{9BE14D75-0461-46D8-A5A3-980B35B5BD18}" presName="connectorText" presStyleLbl="sibTrans1D1" presStyleIdx="1" presStyleCnt="5"/>
      <dgm:spPr/>
    </dgm:pt>
    <dgm:pt modelId="{E41EA45D-AA04-4019-82F4-E79A7805FF4F}" type="pres">
      <dgm:prSet presAssocID="{C8D24E1E-7310-4668-B2D4-81C2D2132CF5}" presName="node" presStyleLbl="node1" presStyleIdx="2" presStyleCnt="6">
        <dgm:presLayoutVars>
          <dgm:bulletEnabled val="1"/>
        </dgm:presLayoutVars>
      </dgm:prSet>
      <dgm:spPr/>
    </dgm:pt>
    <dgm:pt modelId="{D6703C56-78E9-454B-9732-71B041F19808}" type="pres">
      <dgm:prSet presAssocID="{234C760D-2C41-4E62-932B-6F5342131B50}" presName="sibTrans" presStyleLbl="sibTrans1D1" presStyleIdx="2" presStyleCnt="5"/>
      <dgm:spPr/>
    </dgm:pt>
    <dgm:pt modelId="{D4ED54DB-4268-4372-8D65-407A587FB044}" type="pres">
      <dgm:prSet presAssocID="{234C760D-2C41-4E62-932B-6F5342131B50}" presName="connectorText" presStyleLbl="sibTrans1D1" presStyleIdx="2" presStyleCnt="5"/>
      <dgm:spPr/>
    </dgm:pt>
    <dgm:pt modelId="{A864DC1C-1F09-4D44-B435-156B6FE07C8E}" type="pres">
      <dgm:prSet presAssocID="{8ED80748-A060-4B16-9846-6F5D8731403C}" presName="node" presStyleLbl="node1" presStyleIdx="3" presStyleCnt="6">
        <dgm:presLayoutVars>
          <dgm:bulletEnabled val="1"/>
        </dgm:presLayoutVars>
      </dgm:prSet>
      <dgm:spPr/>
    </dgm:pt>
    <dgm:pt modelId="{26E2B4E4-3DFB-4245-AE0A-A57617994785}" type="pres">
      <dgm:prSet presAssocID="{43ACCBBF-0306-474F-AA63-7BDDD378F957}" presName="sibTrans" presStyleLbl="sibTrans1D1" presStyleIdx="3" presStyleCnt="5"/>
      <dgm:spPr/>
    </dgm:pt>
    <dgm:pt modelId="{949743EB-9D9C-4A56-89C8-2831510E34DE}" type="pres">
      <dgm:prSet presAssocID="{43ACCBBF-0306-474F-AA63-7BDDD378F957}" presName="connectorText" presStyleLbl="sibTrans1D1" presStyleIdx="3" presStyleCnt="5"/>
      <dgm:spPr/>
    </dgm:pt>
    <dgm:pt modelId="{D760B52F-AC6E-4D3A-8EC2-75B77844E269}" type="pres">
      <dgm:prSet presAssocID="{8A04DD69-E4E9-40BC-A2E5-EC3B6E955877}" presName="node" presStyleLbl="node1" presStyleIdx="4" presStyleCnt="6">
        <dgm:presLayoutVars>
          <dgm:bulletEnabled val="1"/>
        </dgm:presLayoutVars>
      </dgm:prSet>
      <dgm:spPr/>
    </dgm:pt>
    <dgm:pt modelId="{4F8D782F-5FAD-4539-9C14-635B09119C69}" type="pres">
      <dgm:prSet presAssocID="{4AE82D4A-F838-430A-9998-96B0569A2E47}" presName="sibTrans" presStyleLbl="sibTrans1D1" presStyleIdx="4" presStyleCnt="5"/>
      <dgm:spPr/>
    </dgm:pt>
    <dgm:pt modelId="{2ADBAC7A-12D1-4995-9C3E-728FEFC7FC5B}" type="pres">
      <dgm:prSet presAssocID="{4AE82D4A-F838-430A-9998-96B0569A2E47}" presName="connectorText" presStyleLbl="sibTrans1D1" presStyleIdx="4" presStyleCnt="5"/>
      <dgm:spPr/>
    </dgm:pt>
    <dgm:pt modelId="{D6A8D083-E3DA-4533-8ADC-9E06D9631CE8}" type="pres">
      <dgm:prSet presAssocID="{E127D6C6-4156-40C4-A7A5-3E45296B6141}" presName="node" presStyleLbl="node1" presStyleIdx="5" presStyleCnt="6">
        <dgm:presLayoutVars>
          <dgm:bulletEnabled val="1"/>
        </dgm:presLayoutVars>
      </dgm:prSet>
      <dgm:spPr/>
    </dgm:pt>
  </dgm:ptLst>
  <dgm:cxnLst>
    <dgm:cxn modelId="{82CB400D-437B-41FE-A275-55F3CB735418}" type="presOf" srcId="{E127D6C6-4156-40C4-A7A5-3E45296B6141}" destId="{D6A8D083-E3DA-4533-8ADC-9E06D9631CE8}" srcOrd="0" destOrd="0" presId="urn:microsoft.com/office/officeart/2016/7/layout/RepeatingBendingProcessNew"/>
    <dgm:cxn modelId="{D0EB7410-025F-4DF0-90F1-C11BFC0C1035}" srcId="{E6C7E219-97DE-4CEA-8A9D-2EC3F4620614}" destId="{E127D6C6-4156-40C4-A7A5-3E45296B6141}" srcOrd="5" destOrd="0" parTransId="{51F02472-B5F7-4836-8E38-066C294C323B}" sibTransId="{C8EF618B-436B-4F1F-A31F-78C13B800EAD}"/>
    <dgm:cxn modelId="{83B4EE14-2C7B-44E3-88D7-7B326183B90D}" srcId="{E6C7E219-97DE-4CEA-8A9D-2EC3F4620614}" destId="{64D698A9-EB0C-4EE8-B7DB-63756CC77622}" srcOrd="0" destOrd="0" parTransId="{E6093C78-D31E-49D9-8276-654BE1632B4F}" sibTransId="{21196CAF-51E0-4648-97A7-05E197284589}"/>
    <dgm:cxn modelId="{140D3C17-4460-4893-87C0-D7DE24D4FD38}" type="presOf" srcId="{21196CAF-51E0-4648-97A7-05E197284589}" destId="{AE294388-E988-4C30-8F7D-7E3904BEB3B2}" srcOrd="1" destOrd="0" presId="urn:microsoft.com/office/officeart/2016/7/layout/RepeatingBendingProcessNew"/>
    <dgm:cxn modelId="{6E05C718-B82F-4582-8364-68277CFC94AE}" srcId="{E6C7E219-97DE-4CEA-8A9D-2EC3F4620614}" destId="{C8D24E1E-7310-4668-B2D4-81C2D2132CF5}" srcOrd="2" destOrd="0" parTransId="{05AE5EF7-93C4-4346-A154-ED8E6DD61DBF}" sibTransId="{234C760D-2C41-4E62-932B-6F5342131B50}"/>
    <dgm:cxn modelId="{23CD091E-C7EB-4E59-AB66-9E98DAA405FC}" type="presOf" srcId="{234C760D-2C41-4E62-932B-6F5342131B50}" destId="{D4ED54DB-4268-4372-8D65-407A587FB044}" srcOrd="1" destOrd="0" presId="urn:microsoft.com/office/officeart/2016/7/layout/RepeatingBendingProcessNew"/>
    <dgm:cxn modelId="{14616627-7A4D-4AB9-9117-8F88CE373B30}" type="presOf" srcId="{8A04DD69-E4E9-40BC-A2E5-EC3B6E955877}" destId="{D760B52F-AC6E-4D3A-8EC2-75B77844E269}" srcOrd="0" destOrd="0" presId="urn:microsoft.com/office/officeart/2016/7/layout/RepeatingBendingProcessNew"/>
    <dgm:cxn modelId="{1C30513B-82E7-4D67-A479-F87C9414EFE2}" type="presOf" srcId="{234C760D-2C41-4E62-932B-6F5342131B50}" destId="{D6703C56-78E9-454B-9732-71B041F19808}" srcOrd="0" destOrd="0" presId="urn:microsoft.com/office/officeart/2016/7/layout/RepeatingBendingProcessNew"/>
    <dgm:cxn modelId="{D111173E-43C6-46D1-976F-7BF8A2728DF0}" type="presOf" srcId="{8ED80748-A060-4B16-9846-6F5D8731403C}" destId="{A864DC1C-1F09-4D44-B435-156B6FE07C8E}" srcOrd="0" destOrd="0" presId="urn:microsoft.com/office/officeart/2016/7/layout/RepeatingBendingProcessNew"/>
    <dgm:cxn modelId="{9883485E-08C9-4E28-B4F3-9E2A13D4D380}" type="presOf" srcId="{9BE14D75-0461-46D8-A5A3-980B35B5BD18}" destId="{244B3903-2DEC-4402-B8BF-0A78C265351D}" srcOrd="1" destOrd="0" presId="urn:microsoft.com/office/officeart/2016/7/layout/RepeatingBendingProcessNew"/>
    <dgm:cxn modelId="{DED88F63-6CB6-414F-B3F5-698123AC57F9}" type="presOf" srcId="{4AE82D4A-F838-430A-9998-96B0569A2E47}" destId="{2ADBAC7A-12D1-4995-9C3E-728FEFC7FC5B}" srcOrd="1" destOrd="0" presId="urn:microsoft.com/office/officeart/2016/7/layout/RepeatingBendingProcessNew"/>
    <dgm:cxn modelId="{15F26C70-6951-4FCE-9584-8247A1DB5372}" type="presOf" srcId="{43ACCBBF-0306-474F-AA63-7BDDD378F957}" destId="{26E2B4E4-3DFB-4245-AE0A-A57617994785}" srcOrd="0" destOrd="0" presId="urn:microsoft.com/office/officeart/2016/7/layout/RepeatingBendingProcessNew"/>
    <dgm:cxn modelId="{3384EF51-66B7-4F7D-A38D-16EC1312EE9A}" type="presOf" srcId="{43ACCBBF-0306-474F-AA63-7BDDD378F957}" destId="{949743EB-9D9C-4A56-89C8-2831510E34DE}" srcOrd="1" destOrd="0" presId="urn:microsoft.com/office/officeart/2016/7/layout/RepeatingBendingProcessNew"/>
    <dgm:cxn modelId="{97F3A552-48CD-4BF6-8AD0-769B3F28E9A7}" type="presOf" srcId="{21196CAF-51E0-4648-97A7-05E197284589}" destId="{B1A78D9F-94FB-426C-BAA9-81A187B83F46}" srcOrd="0" destOrd="0" presId="urn:microsoft.com/office/officeart/2016/7/layout/RepeatingBendingProcessNew"/>
    <dgm:cxn modelId="{9B829853-E3B2-4C0F-8FA1-7B29994F4797}" type="presOf" srcId="{E6C7E219-97DE-4CEA-8A9D-2EC3F4620614}" destId="{A9747E25-7031-4E3A-A1D0-A4FE5313253C}" srcOrd="0" destOrd="0" presId="urn:microsoft.com/office/officeart/2016/7/layout/RepeatingBendingProcessNew"/>
    <dgm:cxn modelId="{A65CE494-CA52-487C-A9BC-5C25B492DF94}" type="presOf" srcId="{C8D24E1E-7310-4668-B2D4-81C2D2132CF5}" destId="{E41EA45D-AA04-4019-82F4-E79A7805FF4F}" srcOrd="0" destOrd="0" presId="urn:microsoft.com/office/officeart/2016/7/layout/RepeatingBendingProcessNew"/>
    <dgm:cxn modelId="{BD7DA6BA-F8B8-4A7C-AF2F-8B969C4FE7D3}" type="presOf" srcId="{9BE14D75-0461-46D8-A5A3-980B35B5BD18}" destId="{3EE77F80-A8D6-48A9-8E54-AF1F31173FC9}" srcOrd="0" destOrd="0" presId="urn:microsoft.com/office/officeart/2016/7/layout/RepeatingBendingProcessNew"/>
    <dgm:cxn modelId="{B77D10BC-2ECE-4798-B5F8-1525D5444A1C}" type="presOf" srcId="{64D698A9-EB0C-4EE8-B7DB-63756CC77622}" destId="{F516F295-85D8-451D-B646-8F0E3774C55C}" srcOrd="0" destOrd="0" presId="urn:microsoft.com/office/officeart/2016/7/layout/RepeatingBendingProcessNew"/>
    <dgm:cxn modelId="{2FE9A6C6-3A44-47A5-863A-CE1AE36482ED}" srcId="{E6C7E219-97DE-4CEA-8A9D-2EC3F4620614}" destId="{8A04DD69-E4E9-40BC-A2E5-EC3B6E955877}" srcOrd="4" destOrd="0" parTransId="{FFBEB6AE-E17E-4560-B8AD-59FBCBD0F512}" sibTransId="{4AE82D4A-F838-430A-9998-96B0569A2E47}"/>
    <dgm:cxn modelId="{ECC84DC9-F641-43B2-8FD2-A118AFD7ADB9}" srcId="{E6C7E219-97DE-4CEA-8A9D-2EC3F4620614}" destId="{8ED80748-A060-4B16-9846-6F5D8731403C}" srcOrd="3" destOrd="0" parTransId="{BD486844-848C-4C83-ABCF-2E04127C8D4E}" sibTransId="{43ACCBBF-0306-474F-AA63-7BDDD378F957}"/>
    <dgm:cxn modelId="{96BF48DD-E4AF-4F14-A641-854102D12473}" type="presOf" srcId="{4AE82D4A-F838-430A-9998-96B0569A2E47}" destId="{4F8D782F-5FAD-4539-9C14-635B09119C69}" srcOrd="0" destOrd="0" presId="urn:microsoft.com/office/officeart/2016/7/layout/RepeatingBendingProcessNew"/>
    <dgm:cxn modelId="{71FD79E8-4522-42AA-B973-5EC15AA9D8B6}" type="presOf" srcId="{195E209A-B6B4-4BC8-95D6-B394CED6C9BD}" destId="{7C352AC2-9827-429F-A6EB-EB6A160B6399}" srcOrd="0" destOrd="0" presId="urn:microsoft.com/office/officeart/2016/7/layout/RepeatingBendingProcessNew"/>
    <dgm:cxn modelId="{845A79F4-6871-4B65-BD03-0709C0D67F38}" srcId="{E6C7E219-97DE-4CEA-8A9D-2EC3F4620614}" destId="{195E209A-B6B4-4BC8-95D6-B394CED6C9BD}" srcOrd="1" destOrd="0" parTransId="{0656B59A-5680-4699-8C4B-6ABD452D1BC0}" sibTransId="{9BE14D75-0461-46D8-A5A3-980B35B5BD18}"/>
    <dgm:cxn modelId="{45090C14-EBE7-4BB2-83C0-5662909F5618}" type="presParOf" srcId="{A9747E25-7031-4E3A-A1D0-A4FE5313253C}" destId="{F516F295-85D8-451D-B646-8F0E3774C55C}" srcOrd="0" destOrd="0" presId="urn:microsoft.com/office/officeart/2016/7/layout/RepeatingBendingProcessNew"/>
    <dgm:cxn modelId="{5EBC2496-174C-4F21-A406-75424A311900}" type="presParOf" srcId="{A9747E25-7031-4E3A-A1D0-A4FE5313253C}" destId="{B1A78D9F-94FB-426C-BAA9-81A187B83F46}" srcOrd="1" destOrd="0" presId="urn:microsoft.com/office/officeart/2016/7/layout/RepeatingBendingProcessNew"/>
    <dgm:cxn modelId="{CC85EEB3-5BFB-4275-9E27-A28750E63021}" type="presParOf" srcId="{B1A78D9F-94FB-426C-BAA9-81A187B83F46}" destId="{AE294388-E988-4C30-8F7D-7E3904BEB3B2}" srcOrd="0" destOrd="0" presId="urn:microsoft.com/office/officeart/2016/7/layout/RepeatingBendingProcessNew"/>
    <dgm:cxn modelId="{1D253276-F8BC-4C9D-B244-8B07AD7920B2}" type="presParOf" srcId="{A9747E25-7031-4E3A-A1D0-A4FE5313253C}" destId="{7C352AC2-9827-429F-A6EB-EB6A160B6399}" srcOrd="2" destOrd="0" presId="urn:microsoft.com/office/officeart/2016/7/layout/RepeatingBendingProcessNew"/>
    <dgm:cxn modelId="{B6E65D85-8074-4A29-9858-9769F0924A5C}" type="presParOf" srcId="{A9747E25-7031-4E3A-A1D0-A4FE5313253C}" destId="{3EE77F80-A8D6-48A9-8E54-AF1F31173FC9}" srcOrd="3" destOrd="0" presId="urn:microsoft.com/office/officeart/2016/7/layout/RepeatingBendingProcessNew"/>
    <dgm:cxn modelId="{59EA1D1F-4BB7-4897-AAA5-041E79E2BA19}" type="presParOf" srcId="{3EE77F80-A8D6-48A9-8E54-AF1F31173FC9}" destId="{244B3903-2DEC-4402-B8BF-0A78C265351D}" srcOrd="0" destOrd="0" presId="urn:microsoft.com/office/officeart/2016/7/layout/RepeatingBendingProcessNew"/>
    <dgm:cxn modelId="{5FD5E7F6-CEEF-4BC1-9883-C15092420C4E}" type="presParOf" srcId="{A9747E25-7031-4E3A-A1D0-A4FE5313253C}" destId="{E41EA45D-AA04-4019-82F4-E79A7805FF4F}" srcOrd="4" destOrd="0" presId="urn:microsoft.com/office/officeart/2016/7/layout/RepeatingBendingProcessNew"/>
    <dgm:cxn modelId="{100911C9-CDCF-4420-AD3E-C2AC14311CED}" type="presParOf" srcId="{A9747E25-7031-4E3A-A1D0-A4FE5313253C}" destId="{D6703C56-78E9-454B-9732-71B041F19808}" srcOrd="5" destOrd="0" presId="urn:microsoft.com/office/officeart/2016/7/layout/RepeatingBendingProcessNew"/>
    <dgm:cxn modelId="{968B13AD-ADAE-4AEE-A99C-8F085BF68374}" type="presParOf" srcId="{D6703C56-78E9-454B-9732-71B041F19808}" destId="{D4ED54DB-4268-4372-8D65-407A587FB044}" srcOrd="0" destOrd="0" presId="urn:microsoft.com/office/officeart/2016/7/layout/RepeatingBendingProcessNew"/>
    <dgm:cxn modelId="{9BA00707-66CC-4E09-A9EF-F9709E2CF45C}" type="presParOf" srcId="{A9747E25-7031-4E3A-A1D0-A4FE5313253C}" destId="{A864DC1C-1F09-4D44-B435-156B6FE07C8E}" srcOrd="6" destOrd="0" presId="urn:microsoft.com/office/officeart/2016/7/layout/RepeatingBendingProcessNew"/>
    <dgm:cxn modelId="{B896AC8D-39E3-4434-9C8C-1B0CC13A968E}" type="presParOf" srcId="{A9747E25-7031-4E3A-A1D0-A4FE5313253C}" destId="{26E2B4E4-3DFB-4245-AE0A-A57617994785}" srcOrd="7" destOrd="0" presId="urn:microsoft.com/office/officeart/2016/7/layout/RepeatingBendingProcessNew"/>
    <dgm:cxn modelId="{B1EDC4D0-17CB-44F8-8849-D88798E6B4CD}" type="presParOf" srcId="{26E2B4E4-3DFB-4245-AE0A-A57617994785}" destId="{949743EB-9D9C-4A56-89C8-2831510E34DE}" srcOrd="0" destOrd="0" presId="urn:microsoft.com/office/officeart/2016/7/layout/RepeatingBendingProcessNew"/>
    <dgm:cxn modelId="{B9C7A10F-BB74-41D7-A2C0-85E312F06119}" type="presParOf" srcId="{A9747E25-7031-4E3A-A1D0-A4FE5313253C}" destId="{D760B52F-AC6E-4D3A-8EC2-75B77844E269}" srcOrd="8" destOrd="0" presId="urn:microsoft.com/office/officeart/2016/7/layout/RepeatingBendingProcessNew"/>
    <dgm:cxn modelId="{8EF64468-7B8E-4A2D-B56B-F4E4BAEEFE60}" type="presParOf" srcId="{A9747E25-7031-4E3A-A1D0-A4FE5313253C}" destId="{4F8D782F-5FAD-4539-9C14-635B09119C69}" srcOrd="9" destOrd="0" presId="urn:microsoft.com/office/officeart/2016/7/layout/RepeatingBendingProcessNew"/>
    <dgm:cxn modelId="{0338E798-7CD2-4321-883F-FB0D6DC43FA1}" type="presParOf" srcId="{4F8D782F-5FAD-4539-9C14-635B09119C69}" destId="{2ADBAC7A-12D1-4995-9C3E-728FEFC7FC5B}" srcOrd="0" destOrd="0" presId="urn:microsoft.com/office/officeart/2016/7/layout/RepeatingBendingProcessNew"/>
    <dgm:cxn modelId="{0E5C74DE-26F7-4CFE-BD55-1B056B47FBA4}" type="presParOf" srcId="{A9747E25-7031-4E3A-A1D0-A4FE5313253C}" destId="{D6A8D083-E3DA-4533-8ADC-9E06D9631CE8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A60E2B-339E-4805-8320-3E702371BA1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FFB4CC1-9F1C-4F14-AA10-BEDBDA988527}">
      <dgm:prSet/>
      <dgm:spPr/>
      <dgm:t>
        <a:bodyPr/>
        <a:lstStyle/>
        <a:p>
          <a:pPr>
            <a:defRPr cap="all"/>
          </a:pPr>
          <a:r>
            <a:rPr lang="en-US"/>
            <a:t>Synthetic data: ~700 generated images (balanced safe / unsafe)</a:t>
          </a:r>
        </a:p>
      </dgm:t>
    </dgm:pt>
    <dgm:pt modelId="{C6BADD73-CDFA-4E8B-B03F-CF0428E11511}" type="parTrans" cxnId="{A7A0152F-E6C4-4FBE-9565-7E72991617FB}">
      <dgm:prSet/>
      <dgm:spPr/>
      <dgm:t>
        <a:bodyPr/>
        <a:lstStyle/>
        <a:p>
          <a:endParaRPr lang="en-US"/>
        </a:p>
      </dgm:t>
    </dgm:pt>
    <dgm:pt modelId="{B540FE42-2914-48FF-BCEE-B008799BD2D3}" type="sibTrans" cxnId="{A7A0152F-E6C4-4FBE-9565-7E72991617FB}">
      <dgm:prSet/>
      <dgm:spPr/>
      <dgm:t>
        <a:bodyPr/>
        <a:lstStyle/>
        <a:p>
          <a:endParaRPr lang="en-US"/>
        </a:p>
      </dgm:t>
    </dgm:pt>
    <dgm:pt modelId="{9DB073C8-416D-4F73-AF77-6C874F86B2B0}">
      <dgm:prSet/>
      <dgm:spPr/>
      <dgm:t>
        <a:bodyPr/>
        <a:lstStyle/>
        <a:p>
          <a:pPr>
            <a:defRPr cap="all"/>
          </a:pPr>
          <a:r>
            <a:rPr lang="en-US"/>
            <a:t>Manually labeled as safe / unsafe</a:t>
          </a:r>
        </a:p>
      </dgm:t>
    </dgm:pt>
    <dgm:pt modelId="{888AF960-CAD4-406A-AA44-55DB8B791E21}" type="parTrans" cxnId="{07A2C643-2B48-4B2D-812F-94194A83DF34}">
      <dgm:prSet/>
      <dgm:spPr/>
      <dgm:t>
        <a:bodyPr/>
        <a:lstStyle/>
        <a:p>
          <a:endParaRPr lang="en-US"/>
        </a:p>
      </dgm:t>
    </dgm:pt>
    <dgm:pt modelId="{3B39C5FA-495A-4926-8F91-D8D3E73A70CC}" type="sibTrans" cxnId="{07A2C643-2B48-4B2D-812F-94194A83DF34}">
      <dgm:prSet/>
      <dgm:spPr/>
      <dgm:t>
        <a:bodyPr/>
        <a:lstStyle/>
        <a:p>
          <a:endParaRPr lang="en-US"/>
        </a:p>
      </dgm:t>
    </dgm:pt>
    <dgm:pt modelId="{1B33BB2F-67D7-44ED-A8CA-575C76CD110A}">
      <dgm:prSet/>
      <dgm:spPr/>
      <dgm:t>
        <a:bodyPr/>
        <a:lstStyle/>
        <a:p>
          <a:pPr>
            <a:defRPr cap="all"/>
          </a:pPr>
          <a:r>
            <a:rPr lang="en-US"/>
            <a:t>Real data: 40 safe, 19 unsafe (from the web)</a:t>
          </a:r>
        </a:p>
      </dgm:t>
    </dgm:pt>
    <dgm:pt modelId="{48DDD5F8-5C49-45F7-8ABF-F3D59609D65D}" type="parTrans" cxnId="{E3B6790F-C0C3-4AAB-8A48-CF889DC391D2}">
      <dgm:prSet/>
      <dgm:spPr/>
      <dgm:t>
        <a:bodyPr/>
        <a:lstStyle/>
        <a:p>
          <a:endParaRPr lang="en-US"/>
        </a:p>
      </dgm:t>
    </dgm:pt>
    <dgm:pt modelId="{2D6274FA-1E6D-46E2-A83B-8A81EFDFBA88}" type="sibTrans" cxnId="{E3B6790F-C0C3-4AAB-8A48-CF889DC391D2}">
      <dgm:prSet/>
      <dgm:spPr/>
      <dgm:t>
        <a:bodyPr/>
        <a:lstStyle/>
        <a:p>
          <a:endParaRPr lang="en-US"/>
        </a:p>
      </dgm:t>
    </dgm:pt>
    <dgm:pt modelId="{80CBD738-6257-4931-ABA8-0ED26EA42D2F}">
      <dgm:prSet/>
      <dgm:spPr/>
      <dgm:t>
        <a:bodyPr/>
        <a:lstStyle/>
        <a:p>
          <a:pPr>
            <a:defRPr cap="all"/>
          </a:pPr>
          <a:r>
            <a:rPr lang="en-US"/>
            <a:t>Real train: 10 safe, 5 unsafe (unsafe oversampled)</a:t>
          </a:r>
        </a:p>
      </dgm:t>
    </dgm:pt>
    <dgm:pt modelId="{5A1EA731-AFD4-4587-891A-51D4E05D2606}" type="parTrans" cxnId="{D7F4DE48-0FD7-4473-BAAD-38BB3C8982C5}">
      <dgm:prSet/>
      <dgm:spPr/>
      <dgm:t>
        <a:bodyPr/>
        <a:lstStyle/>
        <a:p>
          <a:endParaRPr lang="en-US"/>
        </a:p>
      </dgm:t>
    </dgm:pt>
    <dgm:pt modelId="{2EDB4283-EF75-4CCD-900D-792163CB22B3}" type="sibTrans" cxnId="{D7F4DE48-0FD7-4473-BAAD-38BB3C8982C5}">
      <dgm:prSet/>
      <dgm:spPr/>
      <dgm:t>
        <a:bodyPr/>
        <a:lstStyle/>
        <a:p>
          <a:endParaRPr lang="en-US"/>
        </a:p>
      </dgm:t>
    </dgm:pt>
    <dgm:pt modelId="{98B45DE8-1F9F-4CCE-B0DD-8EDBD25A7DE7}">
      <dgm:prSet/>
      <dgm:spPr/>
      <dgm:t>
        <a:bodyPr/>
        <a:lstStyle/>
        <a:p>
          <a:pPr>
            <a:defRPr cap="all"/>
          </a:pPr>
          <a:r>
            <a:rPr lang="en-US"/>
            <a:t>Real test: 30 safe, 14 unsafe</a:t>
          </a:r>
        </a:p>
      </dgm:t>
    </dgm:pt>
    <dgm:pt modelId="{5ACCBBB1-2A0F-4506-8F25-78FE04C4934B}" type="parTrans" cxnId="{E0E2106A-7E21-4B2C-B701-F2824802FE81}">
      <dgm:prSet/>
      <dgm:spPr/>
      <dgm:t>
        <a:bodyPr/>
        <a:lstStyle/>
        <a:p>
          <a:endParaRPr lang="en-US"/>
        </a:p>
      </dgm:t>
    </dgm:pt>
    <dgm:pt modelId="{F7B44153-0B43-44EE-937B-27AB488127F7}" type="sibTrans" cxnId="{E0E2106A-7E21-4B2C-B701-F2824802FE81}">
      <dgm:prSet/>
      <dgm:spPr/>
      <dgm:t>
        <a:bodyPr/>
        <a:lstStyle/>
        <a:p>
          <a:endParaRPr lang="en-US"/>
        </a:p>
      </dgm:t>
    </dgm:pt>
    <dgm:pt modelId="{71A34AC0-109B-49B1-8FEE-30BF3A171BB6}" type="pres">
      <dgm:prSet presAssocID="{98A60E2B-339E-4805-8320-3E702371BA1A}" presName="root" presStyleCnt="0">
        <dgm:presLayoutVars>
          <dgm:dir/>
          <dgm:resizeHandles val="exact"/>
        </dgm:presLayoutVars>
      </dgm:prSet>
      <dgm:spPr/>
    </dgm:pt>
    <dgm:pt modelId="{B666FF7B-3F6C-42C8-83F8-99944CA5AC3D}" type="pres">
      <dgm:prSet presAssocID="{EFFB4CC1-9F1C-4F14-AA10-BEDBDA988527}" presName="compNode" presStyleCnt="0"/>
      <dgm:spPr/>
    </dgm:pt>
    <dgm:pt modelId="{388F81D6-E9F4-40D8-96B9-99E3EE915347}" type="pres">
      <dgm:prSet presAssocID="{EFFB4CC1-9F1C-4F14-AA10-BEDBDA988527}" presName="iconBgRect" presStyleLbl="bgShp" presStyleIdx="0" presStyleCnt="5"/>
      <dgm:spPr/>
    </dgm:pt>
    <dgm:pt modelId="{3CAF5BD4-F232-4F67-AF93-68E9727B41BC}" type="pres">
      <dgm:prSet presAssocID="{EFFB4CC1-9F1C-4F14-AA10-BEDBDA98852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24E778E4-67E1-4990-A82C-4985D2878314}" type="pres">
      <dgm:prSet presAssocID="{EFFB4CC1-9F1C-4F14-AA10-BEDBDA988527}" presName="spaceRect" presStyleCnt="0"/>
      <dgm:spPr/>
    </dgm:pt>
    <dgm:pt modelId="{ADE482FF-1077-4E80-81EC-53C6AC1E2582}" type="pres">
      <dgm:prSet presAssocID="{EFFB4CC1-9F1C-4F14-AA10-BEDBDA988527}" presName="textRect" presStyleLbl="revTx" presStyleIdx="0" presStyleCnt="5">
        <dgm:presLayoutVars>
          <dgm:chMax val="1"/>
          <dgm:chPref val="1"/>
        </dgm:presLayoutVars>
      </dgm:prSet>
      <dgm:spPr/>
    </dgm:pt>
    <dgm:pt modelId="{71CA92E0-868D-40C7-AFEA-014EEF4BAD02}" type="pres">
      <dgm:prSet presAssocID="{B540FE42-2914-48FF-BCEE-B008799BD2D3}" presName="sibTrans" presStyleCnt="0"/>
      <dgm:spPr/>
    </dgm:pt>
    <dgm:pt modelId="{ACCCB398-991F-4617-B7CC-6F0EB167F762}" type="pres">
      <dgm:prSet presAssocID="{9DB073C8-416D-4F73-AF77-6C874F86B2B0}" presName="compNode" presStyleCnt="0"/>
      <dgm:spPr/>
    </dgm:pt>
    <dgm:pt modelId="{A4EAC902-6476-4776-8075-62C655FB1A0C}" type="pres">
      <dgm:prSet presAssocID="{9DB073C8-416D-4F73-AF77-6C874F86B2B0}" presName="iconBgRect" presStyleLbl="bgShp" presStyleIdx="1" presStyleCnt="5"/>
      <dgm:spPr/>
    </dgm:pt>
    <dgm:pt modelId="{3EA24AB1-1DBB-43A8-9E42-7FEBEDA33505}" type="pres">
      <dgm:prSet presAssocID="{9DB073C8-416D-4F73-AF77-6C874F86B2B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סכנה"/>
        </a:ext>
      </dgm:extLst>
    </dgm:pt>
    <dgm:pt modelId="{F578293B-9D10-47B3-8776-5F13121D99B5}" type="pres">
      <dgm:prSet presAssocID="{9DB073C8-416D-4F73-AF77-6C874F86B2B0}" presName="spaceRect" presStyleCnt="0"/>
      <dgm:spPr/>
    </dgm:pt>
    <dgm:pt modelId="{B50B1C04-D126-4746-9C58-B3E334241394}" type="pres">
      <dgm:prSet presAssocID="{9DB073C8-416D-4F73-AF77-6C874F86B2B0}" presName="textRect" presStyleLbl="revTx" presStyleIdx="1" presStyleCnt="5">
        <dgm:presLayoutVars>
          <dgm:chMax val="1"/>
          <dgm:chPref val="1"/>
        </dgm:presLayoutVars>
      </dgm:prSet>
      <dgm:spPr/>
    </dgm:pt>
    <dgm:pt modelId="{75E3493B-657E-4E84-B934-13FA63FA98FC}" type="pres">
      <dgm:prSet presAssocID="{3B39C5FA-495A-4926-8F91-D8D3E73A70CC}" presName="sibTrans" presStyleCnt="0"/>
      <dgm:spPr/>
    </dgm:pt>
    <dgm:pt modelId="{23CCDAE9-3E1A-412C-97C9-99B984BB7553}" type="pres">
      <dgm:prSet presAssocID="{1B33BB2F-67D7-44ED-A8CA-575C76CD110A}" presName="compNode" presStyleCnt="0"/>
      <dgm:spPr/>
    </dgm:pt>
    <dgm:pt modelId="{4B8A5972-22A0-40E8-A574-E1B13B7227F1}" type="pres">
      <dgm:prSet presAssocID="{1B33BB2F-67D7-44ED-A8CA-575C76CD110A}" presName="iconBgRect" presStyleLbl="bgShp" presStyleIdx="2" presStyleCnt="5"/>
      <dgm:spPr/>
    </dgm:pt>
    <dgm:pt modelId="{4A31A54F-075B-41DD-89CE-C55E816646BB}" type="pres">
      <dgm:prSet presAssocID="{1B33BB2F-67D7-44ED-A8CA-575C76CD110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5E6C0A1C-711B-44C5-8E5B-46C794AAA5CF}" type="pres">
      <dgm:prSet presAssocID="{1B33BB2F-67D7-44ED-A8CA-575C76CD110A}" presName="spaceRect" presStyleCnt="0"/>
      <dgm:spPr/>
    </dgm:pt>
    <dgm:pt modelId="{96FEBE5E-AD0A-45D4-A70F-82843CAF2481}" type="pres">
      <dgm:prSet presAssocID="{1B33BB2F-67D7-44ED-A8CA-575C76CD110A}" presName="textRect" presStyleLbl="revTx" presStyleIdx="2" presStyleCnt="5">
        <dgm:presLayoutVars>
          <dgm:chMax val="1"/>
          <dgm:chPref val="1"/>
        </dgm:presLayoutVars>
      </dgm:prSet>
      <dgm:spPr/>
    </dgm:pt>
    <dgm:pt modelId="{5BEE57C8-6B96-4DEE-9FB6-8CE472C4BC7F}" type="pres">
      <dgm:prSet presAssocID="{2D6274FA-1E6D-46E2-A83B-8A81EFDFBA88}" presName="sibTrans" presStyleCnt="0"/>
      <dgm:spPr/>
    </dgm:pt>
    <dgm:pt modelId="{A352C8CF-E9E2-4EB5-B278-65ABD3EA1E58}" type="pres">
      <dgm:prSet presAssocID="{80CBD738-6257-4931-ABA8-0ED26EA42D2F}" presName="compNode" presStyleCnt="0"/>
      <dgm:spPr/>
    </dgm:pt>
    <dgm:pt modelId="{DED0A6D3-E446-45BA-A03C-28785C78751F}" type="pres">
      <dgm:prSet presAssocID="{80CBD738-6257-4931-ABA8-0ED26EA42D2F}" presName="iconBgRect" presStyleLbl="bgShp" presStyleIdx="3" presStyleCnt="5"/>
      <dgm:spPr/>
    </dgm:pt>
    <dgm:pt modelId="{8E104953-CEB6-4232-9385-316644CEFF01}" type="pres">
      <dgm:prSet presAssocID="{80CBD738-6257-4931-ABA8-0ED26EA42D2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רכבת"/>
        </a:ext>
      </dgm:extLst>
    </dgm:pt>
    <dgm:pt modelId="{9147D1D9-600B-41FD-BB7F-DBDAF85EBFEF}" type="pres">
      <dgm:prSet presAssocID="{80CBD738-6257-4931-ABA8-0ED26EA42D2F}" presName="spaceRect" presStyleCnt="0"/>
      <dgm:spPr/>
    </dgm:pt>
    <dgm:pt modelId="{6E6B22D5-870A-4577-8081-2AF76822D098}" type="pres">
      <dgm:prSet presAssocID="{80CBD738-6257-4931-ABA8-0ED26EA42D2F}" presName="textRect" presStyleLbl="revTx" presStyleIdx="3" presStyleCnt="5">
        <dgm:presLayoutVars>
          <dgm:chMax val="1"/>
          <dgm:chPref val="1"/>
        </dgm:presLayoutVars>
      </dgm:prSet>
      <dgm:spPr/>
    </dgm:pt>
    <dgm:pt modelId="{0374E955-91F8-4015-8335-A9386F53AEE5}" type="pres">
      <dgm:prSet presAssocID="{2EDB4283-EF75-4CCD-900D-792163CB22B3}" presName="sibTrans" presStyleCnt="0"/>
      <dgm:spPr/>
    </dgm:pt>
    <dgm:pt modelId="{CD3835E8-B17E-4AF6-AB54-3321BBA6A8B6}" type="pres">
      <dgm:prSet presAssocID="{98B45DE8-1F9F-4CCE-B0DD-8EDBD25A7DE7}" presName="compNode" presStyleCnt="0"/>
      <dgm:spPr/>
    </dgm:pt>
    <dgm:pt modelId="{4E5E4292-8216-44F7-B1C6-485F1EBE6C5A}" type="pres">
      <dgm:prSet presAssocID="{98B45DE8-1F9F-4CCE-B0DD-8EDBD25A7DE7}" presName="iconBgRect" presStyleLbl="bgShp" presStyleIdx="4" presStyleCnt="5"/>
      <dgm:spPr/>
    </dgm:pt>
    <dgm:pt modelId="{37D19B39-DA68-4CE1-8C6B-44F4C27352A1}" type="pres">
      <dgm:prSet presAssocID="{98B45DE8-1F9F-4CCE-B0DD-8EDBD25A7DE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9B13AFAE-EB64-4C07-B387-9E4455A85081}" type="pres">
      <dgm:prSet presAssocID="{98B45DE8-1F9F-4CCE-B0DD-8EDBD25A7DE7}" presName="spaceRect" presStyleCnt="0"/>
      <dgm:spPr/>
    </dgm:pt>
    <dgm:pt modelId="{ADCF3008-53BD-49E2-8463-4478A017401B}" type="pres">
      <dgm:prSet presAssocID="{98B45DE8-1F9F-4CCE-B0DD-8EDBD25A7DE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3B6790F-C0C3-4AAB-8A48-CF889DC391D2}" srcId="{98A60E2B-339E-4805-8320-3E702371BA1A}" destId="{1B33BB2F-67D7-44ED-A8CA-575C76CD110A}" srcOrd="2" destOrd="0" parTransId="{48DDD5F8-5C49-45F7-8ABF-F3D59609D65D}" sibTransId="{2D6274FA-1E6D-46E2-A83B-8A81EFDFBA88}"/>
    <dgm:cxn modelId="{4C1F9625-D17C-446F-943B-98E88907FD20}" type="presOf" srcId="{1B33BB2F-67D7-44ED-A8CA-575C76CD110A}" destId="{96FEBE5E-AD0A-45D4-A70F-82843CAF2481}" srcOrd="0" destOrd="0" presId="urn:microsoft.com/office/officeart/2018/5/layout/IconCircleLabelList"/>
    <dgm:cxn modelId="{A7A0152F-E6C4-4FBE-9565-7E72991617FB}" srcId="{98A60E2B-339E-4805-8320-3E702371BA1A}" destId="{EFFB4CC1-9F1C-4F14-AA10-BEDBDA988527}" srcOrd="0" destOrd="0" parTransId="{C6BADD73-CDFA-4E8B-B03F-CF0428E11511}" sibTransId="{B540FE42-2914-48FF-BCEE-B008799BD2D3}"/>
    <dgm:cxn modelId="{0BB2CA37-D9EE-4F15-B927-D2A840EA1DEC}" type="presOf" srcId="{9DB073C8-416D-4F73-AF77-6C874F86B2B0}" destId="{B50B1C04-D126-4746-9C58-B3E334241394}" srcOrd="0" destOrd="0" presId="urn:microsoft.com/office/officeart/2018/5/layout/IconCircleLabelList"/>
    <dgm:cxn modelId="{96DD9C5F-E1A9-427F-B5D9-8EEC36851E2F}" type="presOf" srcId="{98B45DE8-1F9F-4CCE-B0DD-8EDBD25A7DE7}" destId="{ADCF3008-53BD-49E2-8463-4478A017401B}" srcOrd="0" destOrd="0" presId="urn:microsoft.com/office/officeart/2018/5/layout/IconCircleLabelList"/>
    <dgm:cxn modelId="{07A2C643-2B48-4B2D-812F-94194A83DF34}" srcId="{98A60E2B-339E-4805-8320-3E702371BA1A}" destId="{9DB073C8-416D-4F73-AF77-6C874F86B2B0}" srcOrd="1" destOrd="0" parTransId="{888AF960-CAD4-406A-AA44-55DB8B791E21}" sibTransId="{3B39C5FA-495A-4926-8F91-D8D3E73A70CC}"/>
    <dgm:cxn modelId="{D7F4DE48-0FD7-4473-BAAD-38BB3C8982C5}" srcId="{98A60E2B-339E-4805-8320-3E702371BA1A}" destId="{80CBD738-6257-4931-ABA8-0ED26EA42D2F}" srcOrd="3" destOrd="0" parTransId="{5A1EA731-AFD4-4587-891A-51D4E05D2606}" sibTransId="{2EDB4283-EF75-4CCD-900D-792163CB22B3}"/>
    <dgm:cxn modelId="{E0E2106A-7E21-4B2C-B701-F2824802FE81}" srcId="{98A60E2B-339E-4805-8320-3E702371BA1A}" destId="{98B45DE8-1F9F-4CCE-B0DD-8EDBD25A7DE7}" srcOrd="4" destOrd="0" parTransId="{5ACCBBB1-2A0F-4506-8F25-78FE04C4934B}" sibTransId="{F7B44153-0B43-44EE-937B-27AB488127F7}"/>
    <dgm:cxn modelId="{8F1A45D3-CE48-45B5-8B28-1079EA37E536}" type="presOf" srcId="{98A60E2B-339E-4805-8320-3E702371BA1A}" destId="{71A34AC0-109B-49B1-8FEE-30BF3A171BB6}" srcOrd="0" destOrd="0" presId="urn:microsoft.com/office/officeart/2018/5/layout/IconCircleLabelList"/>
    <dgm:cxn modelId="{897660EA-239F-4F2B-A02B-4D592E7BA871}" type="presOf" srcId="{EFFB4CC1-9F1C-4F14-AA10-BEDBDA988527}" destId="{ADE482FF-1077-4E80-81EC-53C6AC1E2582}" srcOrd="0" destOrd="0" presId="urn:microsoft.com/office/officeart/2018/5/layout/IconCircleLabelList"/>
    <dgm:cxn modelId="{837FE7F1-E572-4612-8D11-6F42E525184B}" type="presOf" srcId="{80CBD738-6257-4931-ABA8-0ED26EA42D2F}" destId="{6E6B22D5-870A-4577-8081-2AF76822D098}" srcOrd="0" destOrd="0" presId="urn:microsoft.com/office/officeart/2018/5/layout/IconCircleLabelList"/>
    <dgm:cxn modelId="{50955C62-F9F1-4899-9A0A-764042B93B80}" type="presParOf" srcId="{71A34AC0-109B-49B1-8FEE-30BF3A171BB6}" destId="{B666FF7B-3F6C-42C8-83F8-99944CA5AC3D}" srcOrd="0" destOrd="0" presId="urn:microsoft.com/office/officeart/2018/5/layout/IconCircleLabelList"/>
    <dgm:cxn modelId="{F27BBC5C-6033-4938-8EAD-A590FE301439}" type="presParOf" srcId="{B666FF7B-3F6C-42C8-83F8-99944CA5AC3D}" destId="{388F81D6-E9F4-40D8-96B9-99E3EE915347}" srcOrd="0" destOrd="0" presId="urn:microsoft.com/office/officeart/2018/5/layout/IconCircleLabelList"/>
    <dgm:cxn modelId="{13DEC855-F59F-46CB-9D80-27E1B8155877}" type="presParOf" srcId="{B666FF7B-3F6C-42C8-83F8-99944CA5AC3D}" destId="{3CAF5BD4-F232-4F67-AF93-68E9727B41BC}" srcOrd="1" destOrd="0" presId="urn:microsoft.com/office/officeart/2018/5/layout/IconCircleLabelList"/>
    <dgm:cxn modelId="{460017BD-B736-413E-9DFB-444C3D934E21}" type="presParOf" srcId="{B666FF7B-3F6C-42C8-83F8-99944CA5AC3D}" destId="{24E778E4-67E1-4990-A82C-4985D2878314}" srcOrd="2" destOrd="0" presId="urn:microsoft.com/office/officeart/2018/5/layout/IconCircleLabelList"/>
    <dgm:cxn modelId="{22A31964-75A0-4B3B-9157-16303455D9A9}" type="presParOf" srcId="{B666FF7B-3F6C-42C8-83F8-99944CA5AC3D}" destId="{ADE482FF-1077-4E80-81EC-53C6AC1E2582}" srcOrd="3" destOrd="0" presId="urn:microsoft.com/office/officeart/2018/5/layout/IconCircleLabelList"/>
    <dgm:cxn modelId="{0ADD74F5-3503-4B68-9DF3-C6E7B047DCF7}" type="presParOf" srcId="{71A34AC0-109B-49B1-8FEE-30BF3A171BB6}" destId="{71CA92E0-868D-40C7-AFEA-014EEF4BAD02}" srcOrd="1" destOrd="0" presId="urn:microsoft.com/office/officeart/2018/5/layout/IconCircleLabelList"/>
    <dgm:cxn modelId="{094FC442-1198-4748-BA79-B034A38C867E}" type="presParOf" srcId="{71A34AC0-109B-49B1-8FEE-30BF3A171BB6}" destId="{ACCCB398-991F-4617-B7CC-6F0EB167F762}" srcOrd="2" destOrd="0" presId="urn:microsoft.com/office/officeart/2018/5/layout/IconCircleLabelList"/>
    <dgm:cxn modelId="{7C42C84E-BF27-41C9-9964-7D1765C39A65}" type="presParOf" srcId="{ACCCB398-991F-4617-B7CC-6F0EB167F762}" destId="{A4EAC902-6476-4776-8075-62C655FB1A0C}" srcOrd="0" destOrd="0" presId="urn:microsoft.com/office/officeart/2018/5/layout/IconCircleLabelList"/>
    <dgm:cxn modelId="{61471468-1753-47FD-841D-DBDBFEF0BA38}" type="presParOf" srcId="{ACCCB398-991F-4617-B7CC-6F0EB167F762}" destId="{3EA24AB1-1DBB-43A8-9E42-7FEBEDA33505}" srcOrd="1" destOrd="0" presId="urn:microsoft.com/office/officeart/2018/5/layout/IconCircleLabelList"/>
    <dgm:cxn modelId="{CB1650DC-D13B-49DF-8232-9E1CA30C68A5}" type="presParOf" srcId="{ACCCB398-991F-4617-B7CC-6F0EB167F762}" destId="{F578293B-9D10-47B3-8776-5F13121D99B5}" srcOrd="2" destOrd="0" presId="urn:microsoft.com/office/officeart/2018/5/layout/IconCircleLabelList"/>
    <dgm:cxn modelId="{0E948576-E616-4790-89AA-3AB245EC2E36}" type="presParOf" srcId="{ACCCB398-991F-4617-B7CC-6F0EB167F762}" destId="{B50B1C04-D126-4746-9C58-B3E334241394}" srcOrd="3" destOrd="0" presId="urn:microsoft.com/office/officeart/2018/5/layout/IconCircleLabelList"/>
    <dgm:cxn modelId="{3696F632-8F3D-4A83-B19F-7475C5349192}" type="presParOf" srcId="{71A34AC0-109B-49B1-8FEE-30BF3A171BB6}" destId="{75E3493B-657E-4E84-B934-13FA63FA98FC}" srcOrd="3" destOrd="0" presId="urn:microsoft.com/office/officeart/2018/5/layout/IconCircleLabelList"/>
    <dgm:cxn modelId="{8CC55990-6C7B-4003-B102-279642FD749F}" type="presParOf" srcId="{71A34AC0-109B-49B1-8FEE-30BF3A171BB6}" destId="{23CCDAE9-3E1A-412C-97C9-99B984BB7553}" srcOrd="4" destOrd="0" presId="urn:microsoft.com/office/officeart/2018/5/layout/IconCircleLabelList"/>
    <dgm:cxn modelId="{49174D73-1FB2-487E-B2DF-8A326F0A010A}" type="presParOf" srcId="{23CCDAE9-3E1A-412C-97C9-99B984BB7553}" destId="{4B8A5972-22A0-40E8-A574-E1B13B7227F1}" srcOrd="0" destOrd="0" presId="urn:microsoft.com/office/officeart/2018/5/layout/IconCircleLabelList"/>
    <dgm:cxn modelId="{B770783F-2B0B-4EDA-B317-737022F47A5E}" type="presParOf" srcId="{23CCDAE9-3E1A-412C-97C9-99B984BB7553}" destId="{4A31A54F-075B-41DD-89CE-C55E816646BB}" srcOrd="1" destOrd="0" presId="urn:microsoft.com/office/officeart/2018/5/layout/IconCircleLabelList"/>
    <dgm:cxn modelId="{F0D8FBD3-EB22-4040-8DAF-94B9D636CF3F}" type="presParOf" srcId="{23CCDAE9-3E1A-412C-97C9-99B984BB7553}" destId="{5E6C0A1C-711B-44C5-8E5B-46C794AAA5CF}" srcOrd="2" destOrd="0" presId="urn:microsoft.com/office/officeart/2018/5/layout/IconCircleLabelList"/>
    <dgm:cxn modelId="{8EE2FB5E-CADC-4834-83CE-DA90BD38C4E0}" type="presParOf" srcId="{23CCDAE9-3E1A-412C-97C9-99B984BB7553}" destId="{96FEBE5E-AD0A-45D4-A70F-82843CAF2481}" srcOrd="3" destOrd="0" presId="urn:microsoft.com/office/officeart/2018/5/layout/IconCircleLabelList"/>
    <dgm:cxn modelId="{E52D5D65-55D7-4D02-A0F4-6EF28DB8C4FC}" type="presParOf" srcId="{71A34AC0-109B-49B1-8FEE-30BF3A171BB6}" destId="{5BEE57C8-6B96-4DEE-9FB6-8CE472C4BC7F}" srcOrd="5" destOrd="0" presId="urn:microsoft.com/office/officeart/2018/5/layout/IconCircleLabelList"/>
    <dgm:cxn modelId="{FAB74348-B210-44C6-A579-16A37D7D921C}" type="presParOf" srcId="{71A34AC0-109B-49B1-8FEE-30BF3A171BB6}" destId="{A352C8CF-E9E2-4EB5-B278-65ABD3EA1E58}" srcOrd="6" destOrd="0" presId="urn:microsoft.com/office/officeart/2018/5/layout/IconCircleLabelList"/>
    <dgm:cxn modelId="{ECA534C0-1CE1-45EC-A093-43C042A87EB0}" type="presParOf" srcId="{A352C8CF-E9E2-4EB5-B278-65ABD3EA1E58}" destId="{DED0A6D3-E446-45BA-A03C-28785C78751F}" srcOrd="0" destOrd="0" presId="urn:microsoft.com/office/officeart/2018/5/layout/IconCircleLabelList"/>
    <dgm:cxn modelId="{E7F33BB6-D908-494C-A146-4DC5E17D9003}" type="presParOf" srcId="{A352C8CF-E9E2-4EB5-B278-65ABD3EA1E58}" destId="{8E104953-CEB6-4232-9385-316644CEFF01}" srcOrd="1" destOrd="0" presId="urn:microsoft.com/office/officeart/2018/5/layout/IconCircleLabelList"/>
    <dgm:cxn modelId="{98F7A471-A94A-49D5-9C65-FFC6B0955A80}" type="presParOf" srcId="{A352C8CF-E9E2-4EB5-B278-65ABD3EA1E58}" destId="{9147D1D9-600B-41FD-BB7F-DBDAF85EBFEF}" srcOrd="2" destOrd="0" presId="urn:microsoft.com/office/officeart/2018/5/layout/IconCircleLabelList"/>
    <dgm:cxn modelId="{50AC234E-AD7A-4144-881B-7C56B8A47FE3}" type="presParOf" srcId="{A352C8CF-E9E2-4EB5-B278-65ABD3EA1E58}" destId="{6E6B22D5-870A-4577-8081-2AF76822D098}" srcOrd="3" destOrd="0" presId="urn:microsoft.com/office/officeart/2018/5/layout/IconCircleLabelList"/>
    <dgm:cxn modelId="{78904272-85E3-480C-BEF2-A9BBAAF727FB}" type="presParOf" srcId="{71A34AC0-109B-49B1-8FEE-30BF3A171BB6}" destId="{0374E955-91F8-4015-8335-A9386F53AEE5}" srcOrd="7" destOrd="0" presId="urn:microsoft.com/office/officeart/2018/5/layout/IconCircleLabelList"/>
    <dgm:cxn modelId="{AC725D5A-D972-4F35-B27D-9201A746635E}" type="presParOf" srcId="{71A34AC0-109B-49B1-8FEE-30BF3A171BB6}" destId="{CD3835E8-B17E-4AF6-AB54-3321BBA6A8B6}" srcOrd="8" destOrd="0" presId="urn:microsoft.com/office/officeart/2018/5/layout/IconCircleLabelList"/>
    <dgm:cxn modelId="{0BF57319-9F06-4495-88BC-4D1494144D19}" type="presParOf" srcId="{CD3835E8-B17E-4AF6-AB54-3321BBA6A8B6}" destId="{4E5E4292-8216-44F7-B1C6-485F1EBE6C5A}" srcOrd="0" destOrd="0" presId="urn:microsoft.com/office/officeart/2018/5/layout/IconCircleLabelList"/>
    <dgm:cxn modelId="{A8B7E841-BD43-4423-8E76-23CE27037094}" type="presParOf" srcId="{CD3835E8-B17E-4AF6-AB54-3321BBA6A8B6}" destId="{37D19B39-DA68-4CE1-8C6B-44F4C27352A1}" srcOrd="1" destOrd="0" presId="urn:microsoft.com/office/officeart/2018/5/layout/IconCircleLabelList"/>
    <dgm:cxn modelId="{F8151774-A763-46E2-8761-B69FA859F152}" type="presParOf" srcId="{CD3835E8-B17E-4AF6-AB54-3321BBA6A8B6}" destId="{9B13AFAE-EB64-4C07-B387-9E4455A85081}" srcOrd="2" destOrd="0" presId="urn:microsoft.com/office/officeart/2018/5/layout/IconCircleLabelList"/>
    <dgm:cxn modelId="{5F9AB786-B74E-4035-B162-B4F461FE5B8E}" type="presParOf" srcId="{CD3835E8-B17E-4AF6-AB54-3321BBA6A8B6}" destId="{ADCF3008-53BD-49E2-8463-4478A017401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24E89-651E-4E5E-A1ED-24AE39737924}">
      <dsp:nvSpPr>
        <dsp:cNvPr id="0" name=""/>
        <dsp:cNvSpPr/>
      </dsp:nvSpPr>
      <dsp:spPr>
        <a:xfrm>
          <a:off x="0" y="96709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Construction sites are dangerous environments</a:t>
          </a:r>
        </a:p>
      </dsp:txBody>
      <dsp:txXfrm>
        <a:off x="48547" y="145256"/>
        <a:ext cx="4903030" cy="897406"/>
      </dsp:txXfrm>
    </dsp:sp>
    <dsp:sp modelId="{8AEA9AF2-7631-413F-9E70-3FC67C0B4A63}">
      <dsp:nvSpPr>
        <dsp:cNvPr id="0" name=""/>
        <dsp:cNvSpPr/>
      </dsp:nvSpPr>
      <dsp:spPr>
        <a:xfrm>
          <a:off x="0" y="1163209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Helmets are mandatory but not always used</a:t>
          </a:r>
        </a:p>
      </dsp:txBody>
      <dsp:txXfrm>
        <a:off x="48547" y="1211756"/>
        <a:ext cx="4903030" cy="897406"/>
      </dsp:txXfrm>
    </dsp:sp>
    <dsp:sp modelId="{178F451D-37E1-4D6D-96AA-2A0E9638CF3A}">
      <dsp:nvSpPr>
        <dsp:cNvPr id="0" name=""/>
        <dsp:cNvSpPr/>
      </dsp:nvSpPr>
      <dsp:spPr>
        <a:xfrm>
          <a:off x="0" y="222971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Safety officers cannot monitor all cameras manually</a:t>
          </a:r>
        </a:p>
      </dsp:txBody>
      <dsp:txXfrm>
        <a:off x="48547" y="2278257"/>
        <a:ext cx="4903030" cy="897406"/>
      </dsp:txXfrm>
    </dsp:sp>
    <dsp:sp modelId="{43B99029-1081-4010-89DF-21178C67C342}">
      <dsp:nvSpPr>
        <dsp:cNvPr id="0" name=""/>
        <dsp:cNvSpPr/>
      </dsp:nvSpPr>
      <dsp:spPr>
        <a:xfrm>
          <a:off x="0" y="329621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Goal: automatically detect unsafe images (missing helmets)</a:t>
          </a:r>
        </a:p>
      </dsp:txBody>
      <dsp:txXfrm>
        <a:off x="48547" y="3344757"/>
        <a:ext cx="4903030" cy="897406"/>
      </dsp:txXfrm>
    </dsp:sp>
    <dsp:sp modelId="{33418885-3498-4493-A9A2-B9D4E6E4F314}">
      <dsp:nvSpPr>
        <dsp:cNvPr id="0" name=""/>
        <dsp:cNvSpPr/>
      </dsp:nvSpPr>
      <dsp:spPr>
        <a:xfrm>
          <a:off x="0" y="436271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Target user: safety officer receiving automatic alerts</a:t>
          </a:r>
        </a:p>
      </dsp:txBody>
      <dsp:txXfrm>
        <a:off x="48547" y="4411257"/>
        <a:ext cx="4903030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78D9F-94FB-426C-BAA9-81A187B83F46}">
      <dsp:nvSpPr>
        <dsp:cNvPr id="0" name=""/>
        <dsp:cNvSpPr/>
      </dsp:nvSpPr>
      <dsp:spPr>
        <a:xfrm>
          <a:off x="1952709" y="1171906"/>
          <a:ext cx="418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7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0839" y="1215379"/>
        <a:ext cx="22466" cy="4493"/>
      </dsp:txXfrm>
    </dsp:sp>
    <dsp:sp modelId="{F516F295-85D8-451D-B646-8F0E3774C55C}">
      <dsp:nvSpPr>
        <dsp:cNvPr id="0" name=""/>
        <dsp:cNvSpPr/>
      </dsp:nvSpPr>
      <dsp:spPr>
        <a:xfrm>
          <a:off x="915" y="631547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Input: RGB image from a construction site</a:t>
          </a:r>
        </a:p>
      </dsp:txBody>
      <dsp:txXfrm>
        <a:off x="915" y="631547"/>
        <a:ext cx="1953594" cy="1172156"/>
      </dsp:txXfrm>
    </dsp:sp>
    <dsp:sp modelId="{3EE77F80-A8D6-48A9-8E54-AF1F31173FC9}">
      <dsp:nvSpPr>
        <dsp:cNvPr id="0" name=""/>
        <dsp:cNvSpPr/>
      </dsp:nvSpPr>
      <dsp:spPr>
        <a:xfrm>
          <a:off x="977712" y="1801904"/>
          <a:ext cx="2402921" cy="418726"/>
        </a:xfrm>
        <a:custGeom>
          <a:avLst/>
          <a:gdLst/>
          <a:ahLst/>
          <a:cxnLst/>
          <a:rect l="0" t="0" r="0" b="0"/>
          <a:pathLst>
            <a:path>
              <a:moveTo>
                <a:pt x="2402921" y="0"/>
              </a:moveTo>
              <a:lnTo>
                <a:pt x="2402921" y="226463"/>
              </a:lnTo>
              <a:lnTo>
                <a:pt x="0" y="226463"/>
              </a:lnTo>
              <a:lnTo>
                <a:pt x="0" y="41872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18058" y="2009021"/>
        <a:ext cx="122228" cy="4493"/>
      </dsp:txXfrm>
    </dsp:sp>
    <dsp:sp modelId="{7C352AC2-9827-429F-A6EB-EB6A160B6399}">
      <dsp:nvSpPr>
        <dsp:cNvPr id="0" name=""/>
        <dsp:cNvSpPr/>
      </dsp:nvSpPr>
      <dsp:spPr>
        <a:xfrm>
          <a:off x="2403836" y="631547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Output: label – safe / unsafe</a:t>
          </a:r>
        </a:p>
      </dsp:txBody>
      <dsp:txXfrm>
        <a:off x="2403836" y="631547"/>
        <a:ext cx="1953594" cy="1172156"/>
      </dsp:txXfrm>
    </dsp:sp>
    <dsp:sp modelId="{D6703C56-78E9-454B-9732-71B041F19808}">
      <dsp:nvSpPr>
        <dsp:cNvPr id="0" name=""/>
        <dsp:cNvSpPr/>
      </dsp:nvSpPr>
      <dsp:spPr>
        <a:xfrm>
          <a:off x="1952709" y="2793389"/>
          <a:ext cx="418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7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0839" y="2836862"/>
        <a:ext cx="22466" cy="4493"/>
      </dsp:txXfrm>
    </dsp:sp>
    <dsp:sp modelId="{E41EA45D-AA04-4019-82F4-E79A7805FF4F}">
      <dsp:nvSpPr>
        <dsp:cNvPr id="0" name=""/>
        <dsp:cNvSpPr/>
      </dsp:nvSpPr>
      <dsp:spPr>
        <a:xfrm>
          <a:off x="915" y="2253031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Safe: all visible workers wear helmets</a:t>
          </a:r>
        </a:p>
      </dsp:txBody>
      <dsp:txXfrm>
        <a:off x="915" y="2253031"/>
        <a:ext cx="1953594" cy="1172156"/>
      </dsp:txXfrm>
    </dsp:sp>
    <dsp:sp modelId="{26E2B4E4-3DFB-4245-AE0A-A57617994785}">
      <dsp:nvSpPr>
        <dsp:cNvPr id="0" name=""/>
        <dsp:cNvSpPr/>
      </dsp:nvSpPr>
      <dsp:spPr>
        <a:xfrm>
          <a:off x="977712" y="3423387"/>
          <a:ext cx="2402921" cy="418726"/>
        </a:xfrm>
        <a:custGeom>
          <a:avLst/>
          <a:gdLst/>
          <a:ahLst/>
          <a:cxnLst/>
          <a:rect l="0" t="0" r="0" b="0"/>
          <a:pathLst>
            <a:path>
              <a:moveTo>
                <a:pt x="2402921" y="0"/>
              </a:moveTo>
              <a:lnTo>
                <a:pt x="2402921" y="226463"/>
              </a:lnTo>
              <a:lnTo>
                <a:pt x="0" y="226463"/>
              </a:lnTo>
              <a:lnTo>
                <a:pt x="0" y="41872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18058" y="3630504"/>
        <a:ext cx="122228" cy="4493"/>
      </dsp:txXfrm>
    </dsp:sp>
    <dsp:sp modelId="{A864DC1C-1F09-4D44-B435-156B6FE07C8E}">
      <dsp:nvSpPr>
        <dsp:cNvPr id="0" name=""/>
        <dsp:cNvSpPr/>
      </dsp:nvSpPr>
      <dsp:spPr>
        <a:xfrm>
          <a:off x="2403836" y="2253031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Unsafe: at least one visible worker without a helmet</a:t>
          </a:r>
        </a:p>
      </dsp:txBody>
      <dsp:txXfrm>
        <a:off x="2403836" y="2253031"/>
        <a:ext cx="1953594" cy="1172156"/>
      </dsp:txXfrm>
    </dsp:sp>
    <dsp:sp modelId="{4F8D782F-5FAD-4539-9C14-635B09119C69}">
      <dsp:nvSpPr>
        <dsp:cNvPr id="0" name=""/>
        <dsp:cNvSpPr/>
      </dsp:nvSpPr>
      <dsp:spPr>
        <a:xfrm>
          <a:off x="1952709" y="4414872"/>
          <a:ext cx="418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7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0839" y="4458346"/>
        <a:ext cx="22466" cy="4493"/>
      </dsp:txXfrm>
    </dsp:sp>
    <dsp:sp modelId="{D760B52F-AC6E-4D3A-8EC2-75B77844E269}">
      <dsp:nvSpPr>
        <dsp:cNvPr id="0" name=""/>
        <dsp:cNvSpPr/>
      </dsp:nvSpPr>
      <dsp:spPr>
        <a:xfrm>
          <a:off x="915" y="3874514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Supervised binary image classification</a:t>
          </a:r>
        </a:p>
      </dsp:txBody>
      <dsp:txXfrm>
        <a:off x="915" y="3874514"/>
        <a:ext cx="1953594" cy="1172156"/>
      </dsp:txXfrm>
    </dsp:sp>
    <dsp:sp modelId="{D6A8D083-E3DA-4533-8ADC-9E06D9631CE8}">
      <dsp:nvSpPr>
        <dsp:cNvPr id="0" name=""/>
        <dsp:cNvSpPr/>
      </dsp:nvSpPr>
      <dsp:spPr>
        <a:xfrm>
          <a:off x="2403836" y="3874514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Scene-level decision (no localization)</a:t>
          </a:r>
        </a:p>
      </dsp:txBody>
      <dsp:txXfrm>
        <a:off x="2403836" y="3874514"/>
        <a:ext cx="1953594" cy="11721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F81D6-E9F4-40D8-96B9-99E3EE915347}">
      <dsp:nvSpPr>
        <dsp:cNvPr id="0" name=""/>
        <dsp:cNvSpPr/>
      </dsp:nvSpPr>
      <dsp:spPr>
        <a:xfrm>
          <a:off x="285002" y="983022"/>
          <a:ext cx="876041" cy="8760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F5BD4-F232-4F67-AF93-68E9727B41BC}">
      <dsp:nvSpPr>
        <dsp:cNvPr id="0" name=""/>
        <dsp:cNvSpPr/>
      </dsp:nvSpPr>
      <dsp:spPr>
        <a:xfrm>
          <a:off x="471700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482FF-1077-4E80-81EC-53C6AC1E2582}">
      <dsp:nvSpPr>
        <dsp:cNvPr id="0" name=""/>
        <dsp:cNvSpPr/>
      </dsp:nvSpPr>
      <dsp:spPr>
        <a:xfrm>
          <a:off x="4956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Synthetic data: ~700 generated images (balanced safe / unsafe)</a:t>
          </a:r>
        </a:p>
      </dsp:txBody>
      <dsp:txXfrm>
        <a:off x="4956" y="2131929"/>
        <a:ext cx="1436132" cy="574453"/>
      </dsp:txXfrm>
    </dsp:sp>
    <dsp:sp modelId="{A4EAC902-6476-4776-8075-62C655FB1A0C}">
      <dsp:nvSpPr>
        <dsp:cNvPr id="0" name=""/>
        <dsp:cNvSpPr/>
      </dsp:nvSpPr>
      <dsp:spPr>
        <a:xfrm>
          <a:off x="1972458" y="983022"/>
          <a:ext cx="876041" cy="8760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24AB1-1DBB-43A8-9E42-7FEBEDA33505}">
      <dsp:nvSpPr>
        <dsp:cNvPr id="0" name=""/>
        <dsp:cNvSpPr/>
      </dsp:nvSpPr>
      <dsp:spPr>
        <a:xfrm>
          <a:off x="2159156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B1C04-D126-4746-9C58-B3E334241394}">
      <dsp:nvSpPr>
        <dsp:cNvPr id="0" name=""/>
        <dsp:cNvSpPr/>
      </dsp:nvSpPr>
      <dsp:spPr>
        <a:xfrm>
          <a:off x="1692413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Manually labeled as safe / unsafe</a:t>
          </a:r>
        </a:p>
      </dsp:txBody>
      <dsp:txXfrm>
        <a:off x="1692413" y="2131929"/>
        <a:ext cx="1436132" cy="574453"/>
      </dsp:txXfrm>
    </dsp:sp>
    <dsp:sp modelId="{4B8A5972-22A0-40E8-A574-E1B13B7227F1}">
      <dsp:nvSpPr>
        <dsp:cNvPr id="0" name=""/>
        <dsp:cNvSpPr/>
      </dsp:nvSpPr>
      <dsp:spPr>
        <a:xfrm>
          <a:off x="3659914" y="983022"/>
          <a:ext cx="876041" cy="8760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1A54F-075B-41DD-89CE-C55E816646BB}">
      <dsp:nvSpPr>
        <dsp:cNvPr id="0" name=""/>
        <dsp:cNvSpPr/>
      </dsp:nvSpPr>
      <dsp:spPr>
        <a:xfrm>
          <a:off x="3846612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EBE5E-AD0A-45D4-A70F-82843CAF2481}">
      <dsp:nvSpPr>
        <dsp:cNvPr id="0" name=""/>
        <dsp:cNvSpPr/>
      </dsp:nvSpPr>
      <dsp:spPr>
        <a:xfrm>
          <a:off x="3379869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Real data: 40 safe, 19 unsafe (from the web)</a:t>
          </a:r>
        </a:p>
      </dsp:txBody>
      <dsp:txXfrm>
        <a:off x="3379869" y="2131929"/>
        <a:ext cx="1436132" cy="574453"/>
      </dsp:txXfrm>
    </dsp:sp>
    <dsp:sp modelId="{DED0A6D3-E446-45BA-A03C-28785C78751F}">
      <dsp:nvSpPr>
        <dsp:cNvPr id="0" name=""/>
        <dsp:cNvSpPr/>
      </dsp:nvSpPr>
      <dsp:spPr>
        <a:xfrm>
          <a:off x="5347371" y="983022"/>
          <a:ext cx="876041" cy="8760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04953-CEB6-4232-9385-316644CEFF01}">
      <dsp:nvSpPr>
        <dsp:cNvPr id="0" name=""/>
        <dsp:cNvSpPr/>
      </dsp:nvSpPr>
      <dsp:spPr>
        <a:xfrm>
          <a:off x="5534068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B22D5-870A-4577-8081-2AF76822D098}">
      <dsp:nvSpPr>
        <dsp:cNvPr id="0" name=""/>
        <dsp:cNvSpPr/>
      </dsp:nvSpPr>
      <dsp:spPr>
        <a:xfrm>
          <a:off x="5067325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Real train: 10 safe, 5 unsafe (unsafe oversampled)</a:t>
          </a:r>
        </a:p>
      </dsp:txBody>
      <dsp:txXfrm>
        <a:off x="5067325" y="2131929"/>
        <a:ext cx="1436132" cy="574453"/>
      </dsp:txXfrm>
    </dsp:sp>
    <dsp:sp modelId="{4E5E4292-8216-44F7-B1C6-485F1EBE6C5A}">
      <dsp:nvSpPr>
        <dsp:cNvPr id="0" name=""/>
        <dsp:cNvSpPr/>
      </dsp:nvSpPr>
      <dsp:spPr>
        <a:xfrm>
          <a:off x="7034827" y="983022"/>
          <a:ext cx="876041" cy="87604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19B39-DA68-4CE1-8C6B-44F4C27352A1}">
      <dsp:nvSpPr>
        <dsp:cNvPr id="0" name=""/>
        <dsp:cNvSpPr/>
      </dsp:nvSpPr>
      <dsp:spPr>
        <a:xfrm>
          <a:off x="7221524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CF3008-53BD-49E2-8463-4478A017401B}">
      <dsp:nvSpPr>
        <dsp:cNvPr id="0" name=""/>
        <dsp:cNvSpPr/>
      </dsp:nvSpPr>
      <dsp:spPr>
        <a:xfrm>
          <a:off x="6754781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Real test: 30 safe, 14 unsafe</a:t>
          </a:r>
        </a:p>
      </dsp:txBody>
      <dsp:txXfrm>
        <a:off x="6754781" y="2131929"/>
        <a:ext cx="1436132" cy="574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711BA40-3EEC-4C4A-9F3E-4A72719F55FB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4C74F32-AB53-47BA-AE2B-54E370D17E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334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74F32-AB53-47BA-AE2B-54E370D17EB5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311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/>
              <a:t>HelmetGuard: Safety Classification of Construction Site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800"/>
              <a:t>Using Synthetic and Real Data for Helmet Safety Detection</a:t>
            </a:r>
          </a:p>
          <a:p>
            <a:pPr algn="l">
              <a:lnSpc>
                <a:spcPct val="90000"/>
              </a:lnSpc>
            </a:pPr>
            <a:endParaRPr lang="en-US" sz="1800"/>
          </a:p>
          <a:p>
            <a:pPr algn="l">
              <a:lnSpc>
                <a:spcPct val="90000"/>
              </a:lnSpc>
            </a:pPr>
            <a:r>
              <a:rPr lang="en-US" sz="1800"/>
              <a:t>Dan Koenkas – 322890542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Nadav Golche Faragian – 212166235</a:t>
            </a:r>
          </a:p>
        </p:txBody>
      </p:sp>
      <p:pic>
        <p:nvPicPr>
          <p:cNvPr id="5" name="Picture 4" descr="כלי עבודה בבנייה">
            <a:extLst>
              <a:ext uri="{FF2B5EF4-FFF2-40B4-BE49-F238E27FC236}">
                <a16:creationId xmlns:a16="http://schemas.microsoft.com/office/drawing/2014/main" id="{829B2EE8-6B0D-0775-FCCF-EA78C6B160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82" r="29720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Motivation &amp; Use Case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54E859-0F60-D64B-1AFA-6D5B3FF72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64551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Problem Definition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EF671E-8A59-9C2D-A728-E349BE9CB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4370751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Dataset: Synthetic + Real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266305-BE77-3EFE-6936-B8FF37406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12776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Synthetic Data Generation (GenAI)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Generative model: Stable Diffusion (Colab pipeline)</a:t>
            </a:r>
          </a:p>
          <a:p>
            <a:r>
              <a:rPr lang="en-US" sz="1700"/>
              <a:t>Text prompts describe safe / unsafe scenarios</a:t>
            </a:r>
          </a:p>
          <a:p>
            <a:r>
              <a:rPr lang="en-US" sz="1700"/>
              <a:t>Construction site environments</a:t>
            </a:r>
          </a:p>
          <a:p>
            <a:r>
              <a:rPr lang="en-US" sz="1700"/>
              <a:t>Negative prompts reduce artifacts</a:t>
            </a:r>
          </a:p>
          <a:p>
            <a:r>
              <a:rPr lang="en-US" sz="1700"/>
              <a:t>Manual review and cleaning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Models &amp; Training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/>
              <a:t>Backbones: ResNet18 and ViT-B/16 (ImageNet pretrained)</a:t>
            </a:r>
          </a:p>
          <a:p>
            <a:r>
              <a:rPr lang="en-US" sz="2100"/>
              <a:t>Binary 2-class classification head</a:t>
            </a:r>
          </a:p>
          <a:p>
            <a:r>
              <a:rPr lang="en-US" sz="2100"/>
              <a:t>Input size: 224×224</a:t>
            </a:r>
          </a:p>
          <a:p>
            <a:r>
              <a:rPr lang="en-US" sz="2100"/>
              <a:t>Data augmentation: crops, flips, color jitter</a:t>
            </a:r>
          </a:p>
          <a:p>
            <a:r>
              <a:rPr lang="en-US" sz="2100"/>
              <a:t>Loss: cross-entropy | Optimizer: Adam (lr = 1e-4)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36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9143993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15203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Experiments &amp; Numerical Results</a:t>
            </a: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9143992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8936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66669" y="3100283"/>
            <a:ext cx="7417341" cy="2751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Exp 1 – ResNet18 – Synthetic only: Acc 31.5% | Safe 12.5% | Unsafe 85.7%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Exp 2 – ResNet18 – Synth + few real: Acc 63.6% | Safe 76.7% | Unsafe 35.7%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Exp 3 – ResNet18 – Synth + real (</a:t>
            </a:r>
            <a:r>
              <a:rPr lang="en-US" sz="1600" dirty="0" err="1"/>
              <a:t>oversamp</a:t>
            </a:r>
            <a:r>
              <a:rPr lang="en-US" sz="1600" dirty="0"/>
              <a:t>): Acc 52.3% | Safe 56.7% | Unsafe 42.9%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Exp 4 – </a:t>
            </a:r>
            <a:r>
              <a:rPr lang="en-US" sz="1600" dirty="0" err="1"/>
              <a:t>ViT</a:t>
            </a:r>
            <a:r>
              <a:rPr lang="en-US" sz="1600" dirty="0"/>
              <a:t>-B/16 – Synth + real (</a:t>
            </a:r>
            <a:r>
              <a:rPr lang="en-US" sz="1600" dirty="0" err="1"/>
              <a:t>oversamp</a:t>
            </a:r>
            <a:r>
              <a:rPr lang="en-US" sz="1600" dirty="0"/>
              <a:t>): Acc 63.6% | Safe 73.3% | Unsafe 42.9%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Key insights: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Synthetic-only fails on real safe images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Adding few real samples improves performance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</a:t>
            </a:r>
            <a:r>
              <a:rPr lang="en-US" sz="1600" dirty="0" err="1"/>
              <a:t>ViT</a:t>
            </a:r>
            <a:r>
              <a:rPr lang="en-US" sz="1600" dirty="0"/>
              <a:t>-B/16 gives best overall trade-off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Discussion &amp; Limitations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/>
              <a:t>Clear domain gap between synthetic and real images</a:t>
            </a:r>
          </a:p>
          <a:p>
            <a:r>
              <a:rPr lang="en-US" sz="2100"/>
              <a:t>Small real dataset, especially unsafe cases</a:t>
            </a:r>
          </a:p>
          <a:p>
            <a:r>
              <a:rPr lang="en-US" sz="2100"/>
              <a:t>Oversampling helps but does not fully solve imbalance</a:t>
            </a:r>
          </a:p>
          <a:p>
            <a:r>
              <a:rPr lang="en-US" sz="2100"/>
              <a:t>Scene-level classification only</a:t>
            </a:r>
          </a:p>
          <a:p>
            <a:r>
              <a:rPr lang="en-US" sz="2100"/>
              <a:t>False negatives are more critical in safety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9143993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1520377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Conclusion &amp; Future 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9143992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8936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9" y="3100283"/>
            <a:ext cx="7417341" cy="3076679"/>
          </a:xfrm>
        </p:spPr>
        <p:txBody>
          <a:bodyPr>
            <a:normAutofit/>
          </a:bodyPr>
          <a:lstStyle/>
          <a:p>
            <a:r>
              <a:rPr lang="en-US" sz="2100"/>
              <a:t>HelmetGuard demonstrates synthetic + real data training</a:t>
            </a:r>
          </a:p>
          <a:p>
            <a:r>
              <a:rPr lang="en-US" sz="2100"/>
              <a:t>Small real dataset significantly improves performance</a:t>
            </a:r>
          </a:p>
          <a:p>
            <a:r>
              <a:rPr lang="en-US" sz="2100"/>
              <a:t>ViT-B/16 is more robust under domain shift</a:t>
            </a:r>
          </a:p>
          <a:p>
            <a:r>
              <a:rPr lang="en-US" sz="2100"/>
              <a:t>Future work: larger datasets, domain adaptation, helmet detection &amp;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436</Words>
  <Application>Microsoft Office PowerPoint</Application>
  <PresentationFormat>‫הצגה על המסך (4:3)</PresentationFormat>
  <Paragraphs>58</Paragraphs>
  <Slides>9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HelmetGuard: Safety Classification of Construction Site Images</vt:lpstr>
      <vt:lpstr>Motivation &amp; Use Case</vt:lpstr>
      <vt:lpstr>Problem Definition</vt:lpstr>
      <vt:lpstr>Dataset: Synthetic + Real</vt:lpstr>
      <vt:lpstr>Synthetic Data Generation (GenAI)</vt:lpstr>
      <vt:lpstr>Models &amp; Training</vt:lpstr>
      <vt:lpstr>Experiments &amp; Numerical Results</vt:lpstr>
      <vt:lpstr>Discussion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 Koenkas</cp:lastModifiedBy>
  <cp:revision>2</cp:revision>
  <dcterms:created xsi:type="dcterms:W3CDTF">2013-01-27T09:14:16Z</dcterms:created>
  <dcterms:modified xsi:type="dcterms:W3CDTF">2026-01-12T20:41:06Z</dcterms:modified>
  <cp:category/>
</cp:coreProperties>
</file>