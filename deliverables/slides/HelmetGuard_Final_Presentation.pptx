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E6DDD4-B7B2-4DEA-8CA9-FBCAB0CDDE1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301390E-2656-4F9B-AA59-C10216B7C3B5}">
      <dgm:prSet/>
      <dgm:spPr/>
      <dgm:t>
        <a:bodyPr/>
        <a:lstStyle/>
        <a:p>
          <a:r>
            <a:rPr lang="en-US"/>
            <a:t>Construction sites are high-risk environments.</a:t>
          </a:r>
        </a:p>
      </dgm:t>
    </dgm:pt>
    <dgm:pt modelId="{CE95BD90-9747-4616-98F4-3105577D687D}" type="parTrans" cxnId="{3FF96DC5-4ED6-4F59-AE8E-29C54BD191B8}">
      <dgm:prSet/>
      <dgm:spPr/>
      <dgm:t>
        <a:bodyPr/>
        <a:lstStyle/>
        <a:p>
          <a:endParaRPr lang="en-US"/>
        </a:p>
      </dgm:t>
    </dgm:pt>
    <dgm:pt modelId="{975E1DCF-51BF-4776-AE09-5CF9B0183667}" type="sibTrans" cxnId="{3FF96DC5-4ED6-4F59-AE8E-29C54BD191B8}">
      <dgm:prSet/>
      <dgm:spPr/>
      <dgm:t>
        <a:bodyPr/>
        <a:lstStyle/>
        <a:p>
          <a:endParaRPr lang="en-US"/>
        </a:p>
      </dgm:t>
    </dgm:pt>
    <dgm:pt modelId="{AE00BC83-D701-4290-B284-EC5F7BA93634}">
      <dgm:prSet/>
      <dgm:spPr/>
      <dgm:t>
        <a:bodyPr/>
        <a:lstStyle/>
        <a:p>
          <a:r>
            <a:rPr lang="en-US"/>
            <a:t>Helmets are mandatory but often ignored.</a:t>
          </a:r>
        </a:p>
      </dgm:t>
    </dgm:pt>
    <dgm:pt modelId="{65EC0559-35EC-41EE-A2C2-CA2823F81404}" type="parTrans" cxnId="{6DED938F-6AF6-45A9-8026-27D7E9B836BC}">
      <dgm:prSet/>
      <dgm:spPr/>
      <dgm:t>
        <a:bodyPr/>
        <a:lstStyle/>
        <a:p>
          <a:endParaRPr lang="en-US"/>
        </a:p>
      </dgm:t>
    </dgm:pt>
    <dgm:pt modelId="{C25F530F-7D50-4892-AF80-5A51527E3BDE}" type="sibTrans" cxnId="{6DED938F-6AF6-45A9-8026-27D7E9B836BC}">
      <dgm:prSet/>
      <dgm:spPr/>
      <dgm:t>
        <a:bodyPr/>
        <a:lstStyle/>
        <a:p>
          <a:endParaRPr lang="en-US"/>
        </a:p>
      </dgm:t>
    </dgm:pt>
    <dgm:pt modelId="{8F0B5E79-9AD6-4222-9F5C-CBEFAA9DD8DA}">
      <dgm:prSet/>
      <dgm:spPr/>
      <dgm:t>
        <a:bodyPr/>
        <a:lstStyle/>
        <a:p>
          <a:r>
            <a:rPr lang="en-US"/>
            <a:t>Hard to monitor all cameras in real time.</a:t>
          </a:r>
        </a:p>
      </dgm:t>
    </dgm:pt>
    <dgm:pt modelId="{BCE47B03-A2E8-4F9A-BCAA-C0B49B7B5CDD}" type="parTrans" cxnId="{7611D22D-3497-40DA-B068-14AFDA40D29B}">
      <dgm:prSet/>
      <dgm:spPr/>
      <dgm:t>
        <a:bodyPr/>
        <a:lstStyle/>
        <a:p>
          <a:endParaRPr lang="en-US"/>
        </a:p>
      </dgm:t>
    </dgm:pt>
    <dgm:pt modelId="{A4DA62DB-40A6-47F4-BBD6-AAAD8F2FF371}" type="sibTrans" cxnId="{7611D22D-3497-40DA-B068-14AFDA40D29B}">
      <dgm:prSet/>
      <dgm:spPr/>
      <dgm:t>
        <a:bodyPr/>
        <a:lstStyle/>
        <a:p>
          <a:endParaRPr lang="en-US"/>
        </a:p>
      </dgm:t>
    </dgm:pt>
    <dgm:pt modelId="{B045069F-0517-4D81-927C-48472136BD39}">
      <dgm:prSet/>
      <dgm:spPr/>
      <dgm:t>
        <a:bodyPr/>
        <a:lstStyle/>
        <a:p>
          <a:r>
            <a:rPr lang="en-US"/>
            <a:t>Goal: automatic alerts for unsafe scenes.</a:t>
          </a:r>
        </a:p>
      </dgm:t>
    </dgm:pt>
    <dgm:pt modelId="{136778CB-B420-4897-AF95-B679CB751CDA}" type="parTrans" cxnId="{CF5D6F9A-0875-4F84-8F90-9CD5F4325FA3}">
      <dgm:prSet/>
      <dgm:spPr/>
      <dgm:t>
        <a:bodyPr/>
        <a:lstStyle/>
        <a:p>
          <a:endParaRPr lang="en-US"/>
        </a:p>
      </dgm:t>
    </dgm:pt>
    <dgm:pt modelId="{C5591CF2-CCE0-4584-9822-EFA21452F96D}" type="sibTrans" cxnId="{CF5D6F9A-0875-4F84-8F90-9CD5F4325FA3}">
      <dgm:prSet/>
      <dgm:spPr/>
      <dgm:t>
        <a:bodyPr/>
        <a:lstStyle/>
        <a:p>
          <a:endParaRPr lang="en-US"/>
        </a:p>
      </dgm:t>
    </dgm:pt>
    <dgm:pt modelId="{E4872741-2E4A-40E7-9AF2-09802A258364}" type="pres">
      <dgm:prSet presAssocID="{81E6DDD4-B7B2-4DEA-8CA9-FBCAB0CDDE15}" presName="matrix" presStyleCnt="0">
        <dgm:presLayoutVars>
          <dgm:chMax val="1"/>
          <dgm:dir/>
          <dgm:resizeHandles val="exact"/>
        </dgm:presLayoutVars>
      </dgm:prSet>
      <dgm:spPr/>
    </dgm:pt>
    <dgm:pt modelId="{872E5A98-E551-439D-B7F6-A3FC86787E65}" type="pres">
      <dgm:prSet presAssocID="{81E6DDD4-B7B2-4DEA-8CA9-FBCAB0CDDE15}" presName="diamond" presStyleLbl="bgShp" presStyleIdx="0" presStyleCnt="1"/>
      <dgm:spPr/>
    </dgm:pt>
    <dgm:pt modelId="{B42C535B-FDA5-434D-877B-9771D8EDA96A}" type="pres">
      <dgm:prSet presAssocID="{81E6DDD4-B7B2-4DEA-8CA9-FBCAB0CDDE1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5746FBF-DD69-4007-ABFE-683D55B7ED35}" type="pres">
      <dgm:prSet presAssocID="{81E6DDD4-B7B2-4DEA-8CA9-FBCAB0CDDE1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D1D1831-6398-407D-8702-68663A85FA6F}" type="pres">
      <dgm:prSet presAssocID="{81E6DDD4-B7B2-4DEA-8CA9-FBCAB0CDDE1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157E1B6-9DCA-4333-A44D-0C0F0903E67D}" type="pres">
      <dgm:prSet presAssocID="{81E6DDD4-B7B2-4DEA-8CA9-FBCAB0CDDE1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1A53D2D-0C5C-4F21-A47E-C84C0537D022}" type="presOf" srcId="{8F0B5E79-9AD6-4222-9F5C-CBEFAA9DD8DA}" destId="{3D1D1831-6398-407D-8702-68663A85FA6F}" srcOrd="0" destOrd="0" presId="urn:microsoft.com/office/officeart/2005/8/layout/matrix3"/>
    <dgm:cxn modelId="{7611D22D-3497-40DA-B068-14AFDA40D29B}" srcId="{81E6DDD4-B7B2-4DEA-8CA9-FBCAB0CDDE15}" destId="{8F0B5E79-9AD6-4222-9F5C-CBEFAA9DD8DA}" srcOrd="2" destOrd="0" parTransId="{BCE47B03-A2E8-4F9A-BCAA-C0B49B7B5CDD}" sibTransId="{A4DA62DB-40A6-47F4-BBD6-AAAD8F2FF371}"/>
    <dgm:cxn modelId="{8BC01C75-09B3-4520-96E6-C2A0740CFC1F}" type="presOf" srcId="{81E6DDD4-B7B2-4DEA-8CA9-FBCAB0CDDE15}" destId="{E4872741-2E4A-40E7-9AF2-09802A258364}" srcOrd="0" destOrd="0" presId="urn:microsoft.com/office/officeart/2005/8/layout/matrix3"/>
    <dgm:cxn modelId="{9798857D-261B-4970-8C8C-DD5508E62260}" type="presOf" srcId="{8301390E-2656-4F9B-AA59-C10216B7C3B5}" destId="{B42C535B-FDA5-434D-877B-9771D8EDA96A}" srcOrd="0" destOrd="0" presId="urn:microsoft.com/office/officeart/2005/8/layout/matrix3"/>
    <dgm:cxn modelId="{6DED938F-6AF6-45A9-8026-27D7E9B836BC}" srcId="{81E6DDD4-B7B2-4DEA-8CA9-FBCAB0CDDE15}" destId="{AE00BC83-D701-4290-B284-EC5F7BA93634}" srcOrd="1" destOrd="0" parTransId="{65EC0559-35EC-41EE-A2C2-CA2823F81404}" sibTransId="{C25F530F-7D50-4892-AF80-5A51527E3BDE}"/>
    <dgm:cxn modelId="{E175E295-118B-4B36-8DBE-D528652FED29}" type="presOf" srcId="{B045069F-0517-4D81-927C-48472136BD39}" destId="{5157E1B6-9DCA-4333-A44D-0C0F0903E67D}" srcOrd="0" destOrd="0" presId="urn:microsoft.com/office/officeart/2005/8/layout/matrix3"/>
    <dgm:cxn modelId="{CF5D6F9A-0875-4F84-8F90-9CD5F4325FA3}" srcId="{81E6DDD4-B7B2-4DEA-8CA9-FBCAB0CDDE15}" destId="{B045069F-0517-4D81-927C-48472136BD39}" srcOrd="3" destOrd="0" parTransId="{136778CB-B420-4897-AF95-B679CB751CDA}" sibTransId="{C5591CF2-CCE0-4584-9822-EFA21452F96D}"/>
    <dgm:cxn modelId="{3FF96DC5-4ED6-4F59-AE8E-29C54BD191B8}" srcId="{81E6DDD4-B7B2-4DEA-8CA9-FBCAB0CDDE15}" destId="{8301390E-2656-4F9B-AA59-C10216B7C3B5}" srcOrd="0" destOrd="0" parTransId="{CE95BD90-9747-4616-98F4-3105577D687D}" sibTransId="{975E1DCF-51BF-4776-AE09-5CF9B0183667}"/>
    <dgm:cxn modelId="{F6C459DB-EDF6-4533-8EB3-5C4292F2FBC2}" type="presOf" srcId="{AE00BC83-D701-4290-B284-EC5F7BA93634}" destId="{A5746FBF-DD69-4007-ABFE-683D55B7ED35}" srcOrd="0" destOrd="0" presId="urn:microsoft.com/office/officeart/2005/8/layout/matrix3"/>
    <dgm:cxn modelId="{BCA616CB-1D30-4EDF-998C-2C3D501D4F3E}" type="presParOf" srcId="{E4872741-2E4A-40E7-9AF2-09802A258364}" destId="{872E5A98-E551-439D-B7F6-A3FC86787E65}" srcOrd="0" destOrd="0" presId="urn:microsoft.com/office/officeart/2005/8/layout/matrix3"/>
    <dgm:cxn modelId="{16932585-D2AF-439D-B4FC-575BB655C843}" type="presParOf" srcId="{E4872741-2E4A-40E7-9AF2-09802A258364}" destId="{B42C535B-FDA5-434D-877B-9771D8EDA96A}" srcOrd="1" destOrd="0" presId="urn:microsoft.com/office/officeart/2005/8/layout/matrix3"/>
    <dgm:cxn modelId="{7246CE42-19C3-44A1-BA3B-296D50F3E9F6}" type="presParOf" srcId="{E4872741-2E4A-40E7-9AF2-09802A258364}" destId="{A5746FBF-DD69-4007-ABFE-683D55B7ED35}" srcOrd="2" destOrd="0" presId="urn:microsoft.com/office/officeart/2005/8/layout/matrix3"/>
    <dgm:cxn modelId="{1D5B93BC-BBE5-4ED3-9591-DD5CFA744AFF}" type="presParOf" srcId="{E4872741-2E4A-40E7-9AF2-09802A258364}" destId="{3D1D1831-6398-407D-8702-68663A85FA6F}" srcOrd="3" destOrd="0" presId="urn:microsoft.com/office/officeart/2005/8/layout/matrix3"/>
    <dgm:cxn modelId="{2875CAE0-60C8-4621-99CF-9A3B4AFA39EA}" type="presParOf" srcId="{E4872741-2E4A-40E7-9AF2-09802A258364}" destId="{5157E1B6-9DCA-4333-A44D-0C0F0903E67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59C882B-39DC-4E41-8B41-73308EE75C4E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C81C8C5-ED82-40E5-8C84-DE00664B49C5}">
      <dgm:prSet/>
      <dgm:spPr/>
      <dgm:t>
        <a:bodyPr/>
        <a:lstStyle/>
        <a:p>
          <a:r>
            <a:rPr lang="en-US"/>
            <a:t>Synthetic: ~700 images.</a:t>
          </a:r>
        </a:p>
      </dgm:t>
    </dgm:pt>
    <dgm:pt modelId="{A7B90605-0B5C-40BF-8561-D79C30D8E390}" type="parTrans" cxnId="{7CAA0745-DF94-452A-BFA7-5A5FEA4BBC65}">
      <dgm:prSet/>
      <dgm:spPr/>
      <dgm:t>
        <a:bodyPr/>
        <a:lstStyle/>
        <a:p>
          <a:endParaRPr lang="en-US"/>
        </a:p>
      </dgm:t>
    </dgm:pt>
    <dgm:pt modelId="{23CF7D02-CC9C-4030-8B99-335C71404E46}" type="sibTrans" cxnId="{7CAA0745-DF94-452A-BFA7-5A5FEA4BBC65}">
      <dgm:prSet/>
      <dgm:spPr/>
      <dgm:t>
        <a:bodyPr/>
        <a:lstStyle/>
        <a:p>
          <a:endParaRPr lang="en-US"/>
        </a:p>
      </dgm:t>
    </dgm:pt>
    <dgm:pt modelId="{6F9AD2A1-34EC-43D4-B361-2711BB3A2059}">
      <dgm:prSet/>
      <dgm:spPr/>
      <dgm:t>
        <a:bodyPr/>
        <a:lstStyle/>
        <a:p>
          <a:r>
            <a:rPr lang="en-US"/>
            <a:t>Real: 40 safe, 19 unsafe.</a:t>
          </a:r>
        </a:p>
      </dgm:t>
    </dgm:pt>
    <dgm:pt modelId="{76A65A71-728D-4981-973F-43EA4775A026}" type="parTrans" cxnId="{EA96B948-FD3A-48DB-9098-3A233AA17199}">
      <dgm:prSet/>
      <dgm:spPr/>
      <dgm:t>
        <a:bodyPr/>
        <a:lstStyle/>
        <a:p>
          <a:endParaRPr lang="en-US"/>
        </a:p>
      </dgm:t>
    </dgm:pt>
    <dgm:pt modelId="{9BAA99A2-4CC7-49D2-A645-88DA15782D6C}" type="sibTrans" cxnId="{EA96B948-FD3A-48DB-9098-3A233AA17199}">
      <dgm:prSet/>
      <dgm:spPr/>
      <dgm:t>
        <a:bodyPr/>
        <a:lstStyle/>
        <a:p>
          <a:endParaRPr lang="en-US"/>
        </a:p>
      </dgm:t>
    </dgm:pt>
    <dgm:pt modelId="{BAD5A68D-8E4E-4B4B-BD94-B984F0526181}">
      <dgm:prSet/>
      <dgm:spPr/>
      <dgm:t>
        <a:bodyPr/>
        <a:lstStyle/>
        <a:p>
          <a:r>
            <a:rPr lang="en-US"/>
            <a:t>Train: 10 safe, 25 unsafe.</a:t>
          </a:r>
        </a:p>
      </dgm:t>
    </dgm:pt>
    <dgm:pt modelId="{59A3F6C3-DF6F-490B-AF3A-4C7F3FABBC3B}" type="parTrans" cxnId="{FB726AFE-52B1-4956-B045-4F051140FE08}">
      <dgm:prSet/>
      <dgm:spPr/>
      <dgm:t>
        <a:bodyPr/>
        <a:lstStyle/>
        <a:p>
          <a:endParaRPr lang="en-US"/>
        </a:p>
      </dgm:t>
    </dgm:pt>
    <dgm:pt modelId="{6B11382A-D0FD-4A0F-A3AB-29AA657EBE2D}" type="sibTrans" cxnId="{FB726AFE-52B1-4956-B045-4F051140FE08}">
      <dgm:prSet/>
      <dgm:spPr/>
      <dgm:t>
        <a:bodyPr/>
        <a:lstStyle/>
        <a:p>
          <a:endParaRPr lang="en-US"/>
        </a:p>
      </dgm:t>
    </dgm:pt>
    <dgm:pt modelId="{F43F67FA-C74F-488B-BB92-7C8CE22CD834}">
      <dgm:prSet/>
      <dgm:spPr/>
      <dgm:t>
        <a:bodyPr/>
        <a:lstStyle/>
        <a:p>
          <a:r>
            <a:rPr lang="en-US"/>
            <a:t>Test: 30 safe, 14 unsafe.</a:t>
          </a:r>
        </a:p>
      </dgm:t>
    </dgm:pt>
    <dgm:pt modelId="{55141DFF-A422-4A60-A17D-F2CBAFFFF882}" type="parTrans" cxnId="{48798422-EA16-4E3A-92AC-E0CF46686916}">
      <dgm:prSet/>
      <dgm:spPr/>
      <dgm:t>
        <a:bodyPr/>
        <a:lstStyle/>
        <a:p>
          <a:endParaRPr lang="en-US"/>
        </a:p>
      </dgm:t>
    </dgm:pt>
    <dgm:pt modelId="{FA268CF1-692D-4F92-BE1B-9550163F9740}" type="sibTrans" cxnId="{48798422-EA16-4E3A-92AC-E0CF46686916}">
      <dgm:prSet/>
      <dgm:spPr/>
      <dgm:t>
        <a:bodyPr/>
        <a:lstStyle/>
        <a:p>
          <a:endParaRPr lang="en-US"/>
        </a:p>
      </dgm:t>
    </dgm:pt>
    <dgm:pt modelId="{400B7640-1874-4FC9-A87E-AD650EF4CCAB}" type="pres">
      <dgm:prSet presAssocID="{959C882B-39DC-4E41-8B41-73308EE75C4E}" presName="matrix" presStyleCnt="0">
        <dgm:presLayoutVars>
          <dgm:chMax val="1"/>
          <dgm:dir/>
          <dgm:resizeHandles val="exact"/>
        </dgm:presLayoutVars>
      </dgm:prSet>
      <dgm:spPr/>
    </dgm:pt>
    <dgm:pt modelId="{C58E0E53-0745-46AA-A20C-CCD4A01921BE}" type="pres">
      <dgm:prSet presAssocID="{959C882B-39DC-4E41-8B41-73308EE75C4E}" presName="diamond" presStyleLbl="bgShp" presStyleIdx="0" presStyleCnt="1"/>
      <dgm:spPr/>
    </dgm:pt>
    <dgm:pt modelId="{64ED134A-A8C5-45A8-BB14-635A59108ACC}" type="pres">
      <dgm:prSet presAssocID="{959C882B-39DC-4E41-8B41-73308EE75C4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E2653E9-7C4C-42FE-B86D-03EF806B8937}" type="pres">
      <dgm:prSet presAssocID="{959C882B-39DC-4E41-8B41-73308EE75C4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77C2BF1-106D-4D3A-B8CB-8AC25DB61673}" type="pres">
      <dgm:prSet presAssocID="{959C882B-39DC-4E41-8B41-73308EE75C4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A086F27-FC59-4EBE-93A4-713837E345C2}" type="pres">
      <dgm:prSet presAssocID="{959C882B-39DC-4E41-8B41-73308EE75C4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8798422-EA16-4E3A-92AC-E0CF46686916}" srcId="{959C882B-39DC-4E41-8B41-73308EE75C4E}" destId="{F43F67FA-C74F-488B-BB92-7C8CE22CD834}" srcOrd="3" destOrd="0" parTransId="{55141DFF-A422-4A60-A17D-F2CBAFFFF882}" sibTransId="{FA268CF1-692D-4F92-BE1B-9550163F9740}"/>
    <dgm:cxn modelId="{1B6D8D25-93B0-441E-A72A-19FE37F2F18D}" type="presOf" srcId="{BAD5A68D-8E4E-4B4B-BD94-B984F0526181}" destId="{177C2BF1-106D-4D3A-B8CB-8AC25DB61673}" srcOrd="0" destOrd="0" presId="urn:microsoft.com/office/officeart/2005/8/layout/matrix3"/>
    <dgm:cxn modelId="{9462AA44-E0A4-4109-84EC-38D85FFFA6CB}" type="presOf" srcId="{6F9AD2A1-34EC-43D4-B361-2711BB3A2059}" destId="{BE2653E9-7C4C-42FE-B86D-03EF806B8937}" srcOrd="0" destOrd="0" presId="urn:microsoft.com/office/officeart/2005/8/layout/matrix3"/>
    <dgm:cxn modelId="{7CAA0745-DF94-452A-BFA7-5A5FEA4BBC65}" srcId="{959C882B-39DC-4E41-8B41-73308EE75C4E}" destId="{0C81C8C5-ED82-40E5-8C84-DE00664B49C5}" srcOrd="0" destOrd="0" parTransId="{A7B90605-0B5C-40BF-8561-D79C30D8E390}" sibTransId="{23CF7D02-CC9C-4030-8B99-335C71404E46}"/>
    <dgm:cxn modelId="{EA96B948-FD3A-48DB-9098-3A233AA17199}" srcId="{959C882B-39DC-4E41-8B41-73308EE75C4E}" destId="{6F9AD2A1-34EC-43D4-B361-2711BB3A2059}" srcOrd="1" destOrd="0" parTransId="{76A65A71-728D-4981-973F-43EA4775A026}" sibTransId="{9BAA99A2-4CC7-49D2-A645-88DA15782D6C}"/>
    <dgm:cxn modelId="{78992C9A-7FF4-48F9-9757-EF384B4154DB}" type="presOf" srcId="{959C882B-39DC-4E41-8B41-73308EE75C4E}" destId="{400B7640-1874-4FC9-A87E-AD650EF4CCAB}" srcOrd="0" destOrd="0" presId="urn:microsoft.com/office/officeart/2005/8/layout/matrix3"/>
    <dgm:cxn modelId="{3784B3AD-CC30-450F-A70D-7155A5CCA8C4}" type="presOf" srcId="{0C81C8C5-ED82-40E5-8C84-DE00664B49C5}" destId="{64ED134A-A8C5-45A8-BB14-635A59108ACC}" srcOrd="0" destOrd="0" presId="urn:microsoft.com/office/officeart/2005/8/layout/matrix3"/>
    <dgm:cxn modelId="{51543DC0-142E-4CD2-8B63-4CA4A3B334DE}" type="presOf" srcId="{F43F67FA-C74F-488B-BB92-7C8CE22CD834}" destId="{CA086F27-FC59-4EBE-93A4-713837E345C2}" srcOrd="0" destOrd="0" presId="urn:microsoft.com/office/officeart/2005/8/layout/matrix3"/>
    <dgm:cxn modelId="{FB726AFE-52B1-4956-B045-4F051140FE08}" srcId="{959C882B-39DC-4E41-8B41-73308EE75C4E}" destId="{BAD5A68D-8E4E-4B4B-BD94-B984F0526181}" srcOrd="2" destOrd="0" parTransId="{59A3F6C3-DF6F-490B-AF3A-4C7F3FABBC3B}" sibTransId="{6B11382A-D0FD-4A0F-A3AB-29AA657EBE2D}"/>
    <dgm:cxn modelId="{1199E4E0-A439-4E3C-936D-04AACC8D29E0}" type="presParOf" srcId="{400B7640-1874-4FC9-A87E-AD650EF4CCAB}" destId="{C58E0E53-0745-46AA-A20C-CCD4A01921BE}" srcOrd="0" destOrd="0" presId="urn:microsoft.com/office/officeart/2005/8/layout/matrix3"/>
    <dgm:cxn modelId="{F079FC7D-F15E-47F4-842B-62931AA74305}" type="presParOf" srcId="{400B7640-1874-4FC9-A87E-AD650EF4CCAB}" destId="{64ED134A-A8C5-45A8-BB14-635A59108ACC}" srcOrd="1" destOrd="0" presId="urn:microsoft.com/office/officeart/2005/8/layout/matrix3"/>
    <dgm:cxn modelId="{DEAB9541-3A83-4A75-BCDD-68D546FBFD04}" type="presParOf" srcId="{400B7640-1874-4FC9-A87E-AD650EF4CCAB}" destId="{BE2653E9-7C4C-42FE-B86D-03EF806B8937}" srcOrd="2" destOrd="0" presId="urn:microsoft.com/office/officeart/2005/8/layout/matrix3"/>
    <dgm:cxn modelId="{3AD5DB1D-C667-42A2-B2C7-EAC61548B22B}" type="presParOf" srcId="{400B7640-1874-4FC9-A87E-AD650EF4CCAB}" destId="{177C2BF1-106D-4D3A-B8CB-8AC25DB61673}" srcOrd="3" destOrd="0" presId="urn:microsoft.com/office/officeart/2005/8/layout/matrix3"/>
    <dgm:cxn modelId="{21F51621-B5F5-4BE4-8DC8-3AE73495F398}" type="presParOf" srcId="{400B7640-1874-4FC9-A87E-AD650EF4CCAB}" destId="{CA086F27-FC59-4EBE-93A4-713837E345C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5A36418-8FFC-4DF8-9736-FBD8DCFCA202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947083E-5951-4604-99B5-4558E2D55850}">
      <dgm:prSet/>
      <dgm:spPr/>
      <dgm:t>
        <a:bodyPr/>
        <a:lstStyle/>
        <a:p>
          <a:r>
            <a:rPr lang="en-US"/>
            <a:t>ResNet18 and ViT-B/16.</a:t>
          </a:r>
        </a:p>
      </dgm:t>
    </dgm:pt>
    <dgm:pt modelId="{EB9F7A14-6D7B-484E-9CEE-88679347F78E}" type="parTrans" cxnId="{59A97F4D-ED68-4E30-95E9-303338A7E507}">
      <dgm:prSet/>
      <dgm:spPr/>
      <dgm:t>
        <a:bodyPr/>
        <a:lstStyle/>
        <a:p>
          <a:endParaRPr lang="en-US"/>
        </a:p>
      </dgm:t>
    </dgm:pt>
    <dgm:pt modelId="{BEBAC3E4-9FB9-44B9-BD93-D5B1C54AF758}" type="sibTrans" cxnId="{59A97F4D-ED68-4E30-95E9-303338A7E507}">
      <dgm:prSet/>
      <dgm:spPr/>
      <dgm:t>
        <a:bodyPr/>
        <a:lstStyle/>
        <a:p>
          <a:endParaRPr lang="en-US"/>
        </a:p>
      </dgm:t>
    </dgm:pt>
    <dgm:pt modelId="{840F9E0B-D317-4588-8592-C6D5CA27EF9F}">
      <dgm:prSet/>
      <dgm:spPr/>
      <dgm:t>
        <a:bodyPr/>
        <a:lstStyle/>
        <a:p>
          <a:r>
            <a:rPr lang="en-US"/>
            <a:t>Input size 224x224.</a:t>
          </a:r>
        </a:p>
      </dgm:t>
    </dgm:pt>
    <dgm:pt modelId="{F9886EB7-F134-47FE-B5A2-CEE27D617594}" type="parTrans" cxnId="{3A13350B-689F-43D2-B605-1FB99CA2D5A6}">
      <dgm:prSet/>
      <dgm:spPr/>
      <dgm:t>
        <a:bodyPr/>
        <a:lstStyle/>
        <a:p>
          <a:endParaRPr lang="en-US"/>
        </a:p>
      </dgm:t>
    </dgm:pt>
    <dgm:pt modelId="{BB909501-C389-4914-9AA2-1EE278D1054A}" type="sibTrans" cxnId="{3A13350B-689F-43D2-B605-1FB99CA2D5A6}">
      <dgm:prSet/>
      <dgm:spPr/>
      <dgm:t>
        <a:bodyPr/>
        <a:lstStyle/>
        <a:p>
          <a:endParaRPr lang="en-US"/>
        </a:p>
      </dgm:t>
    </dgm:pt>
    <dgm:pt modelId="{5A8C7B17-8B09-4BC5-A34B-F039FDD0035F}">
      <dgm:prSet/>
      <dgm:spPr/>
      <dgm:t>
        <a:bodyPr/>
        <a:lstStyle/>
        <a:p>
          <a:r>
            <a:rPr lang="en-US"/>
            <a:t>Adam optimizer, LR=1e-4.</a:t>
          </a:r>
        </a:p>
      </dgm:t>
    </dgm:pt>
    <dgm:pt modelId="{98C85190-7361-4201-97BE-990D0512AD5C}" type="parTrans" cxnId="{DF2F3A31-7F47-4ED9-A51E-513D1CBE7845}">
      <dgm:prSet/>
      <dgm:spPr/>
      <dgm:t>
        <a:bodyPr/>
        <a:lstStyle/>
        <a:p>
          <a:endParaRPr lang="en-US"/>
        </a:p>
      </dgm:t>
    </dgm:pt>
    <dgm:pt modelId="{5E80389E-629F-44EC-B558-CFA3A4569C2C}" type="sibTrans" cxnId="{DF2F3A31-7F47-4ED9-A51E-513D1CBE7845}">
      <dgm:prSet/>
      <dgm:spPr/>
      <dgm:t>
        <a:bodyPr/>
        <a:lstStyle/>
        <a:p>
          <a:endParaRPr lang="en-US"/>
        </a:p>
      </dgm:t>
    </dgm:pt>
    <dgm:pt modelId="{E070A7F7-E26C-4713-9028-8BC8BBB3B955}">
      <dgm:prSet/>
      <dgm:spPr/>
      <dgm:t>
        <a:bodyPr/>
        <a:lstStyle/>
        <a:p>
          <a:r>
            <a:rPr lang="en-US"/>
            <a:t>Data augmentation applied.</a:t>
          </a:r>
        </a:p>
      </dgm:t>
    </dgm:pt>
    <dgm:pt modelId="{4CA37F4E-9D96-430A-9CC9-973830EF1E1C}" type="parTrans" cxnId="{5CD5695E-DC30-4A5C-859E-66CAC29DD5A3}">
      <dgm:prSet/>
      <dgm:spPr/>
      <dgm:t>
        <a:bodyPr/>
        <a:lstStyle/>
        <a:p>
          <a:endParaRPr lang="en-US"/>
        </a:p>
      </dgm:t>
    </dgm:pt>
    <dgm:pt modelId="{1DBA1BF1-B37B-4B11-B15C-2C32E2C38319}" type="sibTrans" cxnId="{5CD5695E-DC30-4A5C-859E-66CAC29DD5A3}">
      <dgm:prSet/>
      <dgm:spPr/>
      <dgm:t>
        <a:bodyPr/>
        <a:lstStyle/>
        <a:p>
          <a:endParaRPr lang="en-US"/>
        </a:p>
      </dgm:t>
    </dgm:pt>
    <dgm:pt modelId="{0642398B-FC38-4444-9CB0-5EC929D4DD12}" type="pres">
      <dgm:prSet presAssocID="{15A36418-8FFC-4DF8-9736-FBD8DCFCA202}" presName="linear" presStyleCnt="0">
        <dgm:presLayoutVars>
          <dgm:dir/>
          <dgm:animLvl val="lvl"/>
          <dgm:resizeHandles val="exact"/>
        </dgm:presLayoutVars>
      </dgm:prSet>
      <dgm:spPr/>
    </dgm:pt>
    <dgm:pt modelId="{8BE6170E-AB8E-47E7-9087-BEB23027688B}" type="pres">
      <dgm:prSet presAssocID="{5947083E-5951-4604-99B5-4558E2D55850}" presName="parentLin" presStyleCnt="0"/>
      <dgm:spPr/>
    </dgm:pt>
    <dgm:pt modelId="{6119DDE5-F7BF-43AE-B52C-09B85112440C}" type="pres">
      <dgm:prSet presAssocID="{5947083E-5951-4604-99B5-4558E2D55850}" presName="parentLeftMargin" presStyleLbl="node1" presStyleIdx="0" presStyleCnt="4"/>
      <dgm:spPr/>
    </dgm:pt>
    <dgm:pt modelId="{5C8302F1-2725-4329-9FEF-30233B412310}" type="pres">
      <dgm:prSet presAssocID="{5947083E-5951-4604-99B5-4558E2D5585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9D38B30-A4D9-45B7-9E87-C903A2CF098B}" type="pres">
      <dgm:prSet presAssocID="{5947083E-5951-4604-99B5-4558E2D55850}" presName="negativeSpace" presStyleCnt="0"/>
      <dgm:spPr/>
    </dgm:pt>
    <dgm:pt modelId="{BC2D0D8F-FCC3-4E33-9E43-1A26DF708072}" type="pres">
      <dgm:prSet presAssocID="{5947083E-5951-4604-99B5-4558E2D55850}" presName="childText" presStyleLbl="conFgAcc1" presStyleIdx="0" presStyleCnt="4">
        <dgm:presLayoutVars>
          <dgm:bulletEnabled val="1"/>
        </dgm:presLayoutVars>
      </dgm:prSet>
      <dgm:spPr/>
    </dgm:pt>
    <dgm:pt modelId="{834649CA-74D5-4265-97B5-A08450F0D93E}" type="pres">
      <dgm:prSet presAssocID="{BEBAC3E4-9FB9-44B9-BD93-D5B1C54AF758}" presName="spaceBetweenRectangles" presStyleCnt="0"/>
      <dgm:spPr/>
    </dgm:pt>
    <dgm:pt modelId="{5026D365-631E-4C6C-BBE5-1CD9A765DB44}" type="pres">
      <dgm:prSet presAssocID="{840F9E0B-D317-4588-8592-C6D5CA27EF9F}" presName="parentLin" presStyleCnt="0"/>
      <dgm:spPr/>
    </dgm:pt>
    <dgm:pt modelId="{5DECE9F3-4A8F-4351-9EC4-990EAC3D2AC7}" type="pres">
      <dgm:prSet presAssocID="{840F9E0B-D317-4588-8592-C6D5CA27EF9F}" presName="parentLeftMargin" presStyleLbl="node1" presStyleIdx="0" presStyleCnt="4"/>
      <dgm:spPr/>
    </dgm:pt>
    <dgm:pt modelId="{18671A07-3A8D-46EC-A0D6-69606EA08AA1}" type="pres">
      <dgm:prSet presAssocID="{840F9E0B-D317-4588-8592-C6D5CA27EF9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818DE4E-7823-4C48-A985-2A8A9A4A1239}" type="pres">
      <dgm:prSet presAssocID="{840F9E0B-D317-4588-8592-C6D5CA27EF9F}" presName="negativeSpace" presStyleCnt="0"/>
      <dgm:spPr/>
    </dgm:pt>
    <dgm:pt modelId="{F24E5DF8-6432-4DF2-A169-3E69A3B5337A}" type="pres">
      <dgm:prSet presAssocID="{840F9E0B-D317-4588-8592-C6D5CA27EF9F}" presName="childText" presStyleLbl="conFgAcc1" presStyleIdx="1" presStyleCnt="4">
        <dgm:presLayoutVars>
          <dgm:bulletEnabled val="1"/>
        </dgm:presLayoutVars>
      </dgm:prSet>
      <dgm:spPr/>
    </dgm:pt>
    <dgm:pt modelId="{405212AA-94C0-4BE1-A5BB-D4597B2FC57A}" type="pres">
      <dgm:prSet presAssocID="{BB909501-C389-4914-9AA2-1EE278D1054A}" presName="spaceBetweenRectangles" presStyleCnt="0"/>
      <dgm:spPr/>
    </dgm:pt>
    <dgm:pt modelId="{67ECDB2B-64C6-48E5-8C71-F0072F80C6D9}" type="pres">
      <dgm:prSet presAssocID="{5A8C7B17-8B09-4BC5-A34B-F039FDD0035F}" presName="parentLin" presStyleCnt="0"/>
      <dgm:spPr/>
    </dgm:pt>
    <dgm:pt modelId="{17E380A9-202E-46D7-9733-BDDF2E77F5B7}" type="pres">
      <dgm:prSet presAssocID="{5A8C7B17-8B09-4BC5-A34B-F039FDD0035F}" presName="parentLeftMargin" presStyleLbl="node1" presStyleIdx="1" presStyleCnt="4"/>
      <dgm:spPr/>
    </dgm:pt>
    <dgm:pt modelId="{87F29C8B-108E-4717-873C-87501BA3A550}" type="pres">
      <dgm:prSet presAssocID="{5A8C7B17-8B09-4BC5-A34B-F039FDD0035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AA54636-F617-4C39-ABD6-B6849ACC43D7}" type="pres">
      <dgm:prSet presAssocID="{5A8C7B17-8B09-4BC5-A34B-F039FDD0035F}" presName="negativeSpace" presStyleCnt="0"/>
      <dgm:spPr/>
    </dgm:pt>
    <dgm:pt modelId="{FF1E6D29-E120-4CAD-8009-7AE4367C7D8D}" type="pres">
      <dgm:prSet presAssocID="{5A8C7B17-8B09-4BC5-A34B-F039FDD0035F}" presName="childText" presStyleLbl="conFgAcc1" presStyleIdx="2" presStyleCnt="4">
        <dgm:presLayoutVars>
          <dgm:bulletEnabled val="1"/>
        </dgm:presLayoutVars>
      </dgm:prSet>
      <dgm:spPr/>
    </dgm:pt>
    <dgm:pt modelId="{CE4568F5-CDEF-4D86-B738-D4B8F27CCCB9}" type="pres">
      <dgm:prSet presAssocID="{5E80389E-629F-44EC-B558-CFA3A4569C2C}" presName="spaceBetweenRectangles" presStyleCnt="0"/>
      <dgm:spPr/>
    </dgm:pt>
    <dgm:pt modelId="{4A5AB581-F995-4F0E-BC33-2E8B9E5332DB}" type="pres">
      <dgm:prSet presAssocID="{E070A7F7-E26C-4713-9028-8BC8BBB3B955}" presName="parentLin" presStyleCnt="0"/>
      <dgm:spPr/>
    </dgm:pt>
    <dgm:pt modelId="{9F1598ED-C02D-4E55-9530-444C55DDC346}" type="pres">
      <dgm:prSet presAssocID="{E070A7F7-E26C-4713-9028-8BC8BBB3B955}" presName="parentLeftMargin" presStyleLbl="node1" presStyleIdx="2" presStyleCnt="4"/>
      <dgm:spPr/>
    </dgm:pt>
    <dgm:pt modelId="{723E1781-05CE-4C51-98B2-073598A3C8EE}" type="pres">
      <dgm:prSet presAssocID="{E070A7F7-E26C-4713-9028-8BC8BBB3B95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B3EE53A-2BD8-4065-803E-437F9E260A3B}" type="pres">
      <dgm:prSet presAssocID="{E070A7F7-E26C-4713-9028-8BC8BBB3B955}" presName="negativeSpace" presStyleCnt="0"/>
      <dgm:spPr/>
    </dgm:pt>
    <dgm:pt modelId="{4916FA20-6592-4FD8-955D-40C82EC20854}" type="pres">
      <dgm:prSet presAssocID="{E070A7F7-E26C-4713-9028-8BC8BBB3B955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3A13350B-689F-43D2-B605-1FB99CA2D5A6}" srcId="{15A36418-8FFC-4DF8-9736-FBD8DCFCA202}" destId="{840F9E0B-D317-4588-8592-C6D5CA27EF9F}" srcOrd="1" destOrd="0" parTransId="{F9886EB7-F134-47FE-B5A2-CEE27D617594}" sibTransId="{BB909501-C389-4914-9AA2-1EE278D1054A}"/>
    <dgm:cxn modelId="{DF2F3A31-7F47-4ED9-A51E-513D1CBE7845}" srcId="{15A36418-8FFC-4DF8-9736-FBD8DCFCA202}" destId="{5A8C7B17-8B09-4BC5-A34B-F039FDD0035F}" srcOrd="2" destOrd="0" parTransId="{98C85190-7361-4201-97BE-990D0512AD5C}" sibTransId="{5E80389E-629F-44EC-B558-CFA3A4569C2C}"/>
    <dgm:cxn modelId="{C7689735-A208-454E-A0BB-6B59B5BAD255}" type="presOf" srcId="{840F9E0B-D317-4588-8592-C6D5CA27EF9F}" destId="{18671A07-3A8D-46EC-A0D6-69606EA08AA1}" srcOrd="1" destOrd="0" presId="urn:microsoft.com/office/officeart/2005/8/layout/list1"/>
    <dgm:cxn modelId="{5CD5695E-DC30-4A5C-859E-66CAC29DD5A3}" srcId="{15A36418-8FFC-4DF8-9736-FBD8DCFCA202}" destId="{E070A7F7-E26C-4713-9028-8BC8BBB3B955}" srcOrd="3" destOrd="0" parTransId="{4CA37F4E-9D96-430A-9CC9-973830EF1E1C}" sibTransId="{1DBA1BF1-B37B-4B11-B15C-2C32E2C38319}"/>
    <dgm:cxn modelId="{18D89C60-F864-4C8B-89A4-FF12AB99F09F}" type="presOf" srcId="{840F9E0B-D317-4588-8592-C6D5CA27EF9F}" destId="{5DECE9F3-4A8F-4351-9EC4-990EAC3D2AC7}" srcOrd="0" destOrd="0" presId="urn:microsoft.com/office/officeart/2005/8/layout/list1"/>
    <dgm:cxn modelId="{705B4865-7CB8-4E9D-A90C-423E5D03D799}" type="presOf" srcId="{E070A7F7-E26C-4713-9028-8BC8BBB3B955}" destId="{9F1598ED-C02D-4E55-9530-444C55DDC346}" srcOrd="0" destOrd="0" presId="urn:microsoft.com/office/officeart/2005/8/layout/list1"/>
    <dgm:cxn modelId="{2D37934C-024F-4B6E-8805-022040A73C3E}" type="presOf" srcId="{5947083E-5951-4604-99B5-4558E2D55850}" destId="{5C8302F1-2725-4329-9FEF-30233B412310}" srcOrd="1" destOrd="0" presId="urn:microsoft.com/office/officeart/2005/8/layout/list1"/>
    <dgm:cxn modelId="{A5D9486D-AC40-4819-8986-5CDD8CE059AF}" type="presOf" srcId="{15A36418-8FFC-4DF8-9736-FBD8DCFCA202}" destId="{0642398B-FC38-4444-9CB0-5EC929D4DD12}" srcOrd="0" destOrd="0" presId="urn:microsoft.com/office/officeart/2005/8/layout/list1"/>
    <dgm:cxn modelId="{59A97F4D-ED68-4E30-95E9-303338A7E507}" srcId="{15A36418-8FFC-4DF8-9736-FBD8DCFCA202}" destId="{5947083E-5951-4604-99B5-4558E2D55850}" srcOrd="0" destOrd="0" parTransId="{EB9F7A14-6D7B-484E-9CEE-88679347F78E}" sibTransId="{BEBAC3E4-9FB9-44B9-BD93-D5B1C54AF758}"/>
    <dgm:cxn modelId="{49C74289-A90A-4E1B-9C5F-DFD2A13E1B35}" type="presOf" srcId="{5947083E-5951-4604-99B5-4558E2D55850}" destId="{6119DDE5-F7BF-43AE-B52C-09B85112440C}" srcOrd="0" destOrd="0" presId="urn:microsoft.com/office/officeart/2005/8/layout/list1"/>
    <dgm:cxn modelId="{6F21DCCC-4EA6-4960-A107-E26F539A80D7}" type="presOf" srcId="{E070A7F7-E26C-4713-9028-8BC8BBB3B955}" destId="{723E1781-05CE-4C51-98B2-073598A3C8EE}" srcOrd="1" destOrd="0" presId="urn:microsoft.com/office/officeart/2005/8/layout/list1"/>
    <dgm:cxn modelId="{80343FE1-EFEA-4AB6-B0E9-27333A625E7D}" type="presOf" srcId="{5A8C7B17-8B09-4BC5-A34B-F039FDD0035F}" destId="{17E380A9-202E-46D7-9733-BDDF2E77F5B7}" srcOrd="0" destOrd="0" presId="urn:microsoft.com/office/officeart/2005/8/layout/list1"/>
    <dgm:cxn modelId="{9B8DC7F8-C090-4F69-8A9E-091FB69A196E}" type="presOf" srcId="{5A8C7B17-8B09-4BC5-A34B-F039FDD0035F}" destId="{87F29C8B-108E-4717-873C-87501BA3A550}" srcOrd="1" destOrd="0" presId="urn:microsoft.com/office/officeart/2005/8/layout/list1"/>
    <dgm:cxn modelId="{15C8EA46-6A18-4307-8BB7-816D7B4E8E40}" type="presParOf" srcId="{0642398B-FC38-4444-9CB0-5EC929D4DD12}" destId="{8BE6170E-AB8E-47E7-9087-BEB23027688B}" srcOrd="0" destOrd="0" presId="urn:microsoft.com/office/officeart/2005/8/layout/list1"/>
    <dgm:cxn modelId="{42EC662B-1E47-4164-8BDB-EB8B233573DF}" type="presParOf" srcId="{8BE6170E-AB8E-47E7-9087-BEB23027688B}" destId="{6119DDE5-F7BF-43AE-B52C-09B85112440C}" srcOrd="0" destOrd="0" presId="urn:microsoft.com/office/officeart/2005/8/layout/list1"/>
    <dgm:cxn modelId="{EC3F15B9-73A2-4F16-93EF-DDD1158B5409}" type="presParOf" srcId="{8BE6170E-AB8E-47E7-9087-BEB23027688B}" destId="{5C8302F1-2725-4329-9FEF-30233B412310}" srcOrd="1" destOrd="0" presId="urn:microsoft.com/office/officeart/2005/8/layout/list1"/>
    <dgm:cxn modelId="{504B2292-0977-47B9-B0DC-1067DBA3FD32}" type="presParOf" srcId="{0642398B-FC38-4444-9CB0-5EC929D4DD12}" destId="{B9D38B30-A4D9-45B7-9E87-C903A2CF098B}" srcOrd="1" destOrd="0" presId="urn:microsoft.com/office/officeart/2005/8/layout/list1"/>
    <dgm:cxn modelId="{96C4BDDE-0E24-4785-B4BC-CB5856B8BA75}" type="presParOf" srcId="{0642398B-FC38-4444-9CB0-5EC929D4DD12}" destId="{BC2D0D8F-FCC3-4E33-9E43-1A26DF708072}" srcOrd="2" destOrd="0" presId="urn:microsoft.com/office/officeart/2005/8/layout/list1"/>
    <dgm:cxn modelId="{3D5AE3BF-9AB8-4738-A767-DEB6775D069D}" type="presParOf" srcId="{0642398B-FC38-4444-9CB0-5EC929D4DD12}" destId="{834649CA-74D5-4265-97B5-A08450F0D93E}" srcOrd="3" destOrd="0" presId="urn:microsoft.com/office/officeart/2005/8/layout/list1"/>
    <dgm:cxn modelId="{74DFBCA3-6036-4A40-9410-313DA376898B}" type="presParOf" srcId="{0642398B-FC38-4444-9CB0-5EC929D4DD12}" destId="{5026D365-631E-4C6C-BBE5-1CD9A765DB44}" srcOrd="4" destOrd="0" presId="urn:microsoft.com/office/officeart/2005/8/layout/list1"/>
    <dgm:cxn modelId="{7BDA30BE-8A17-4631-B57D-A0543C15FBE6}" type="presParOf" srcId="{5026D365-631E-4C6C-BBE5-1CD9A765DB44}" destId="{5DECE9F3-4A8F-4351-9EC4-990EAC3D2AC7}" srcOrd="0" destOrd="0" presId="urn:microsoft.com/office/officeart/2005/8/layout/list1"/>
    <dgm:cxn modelId="{43C492AA-A3EB-4960-A9E5-8342DEBD3AE6}" type="presParOf" srcId="{5026D365-631E-4C6C-BBE5-1CD9A765DB44}" destId="{18671A07-3A8D-46EC-A0D6-69606EA08AA1}" srcOrd="1" destOrd="0" presId="urn:microsoft.com/office/officeart/2005/8/layout/list1"/>
    <dgm:cxn modelId="{C49526A0-A39A-4792-B2EB-B98EB82C7FBE}" type="presParOf" srcId="{0642398B-FC38-4444-9CB0-5EC929D4DD12}" destId="{0818DE4E-7823-4C48-A985-2A8A9A4A1239}" srcOrd="5" destOrd="0" presId="urn:microsoft.com/office/officeart/2005/8/layout/list1"/>
    <dgm:cxn modelId="{A788A6F5-90C5-40A7-B5E9-931C574A16C4}" type="presParOf" srcId="{0642398B-FC38-4444-9CB0-5EC929D4DD12}" destId="{F24E5DF8-6432-4DF2-A169-3E69A3B5337A}" srcOrd="6" destOrd="0" presId="urn:microsoft.com/office/officeart/2005/8/layout/list1"/>
    <dgm:cxn modelId="{DDF13AAA-D0C9-4ED4-9CC2-1452B73C6DCE}" type="presParOf" srcId="{0642398B-FC38-4444-9CB0-5EC929D4DD12}" destId="{405212AA-94C0-4BE1-A5BB-D4597B2FC57A}" srcOrd="7" destOrd="0" presId="urn:microsoft.com/office/officeart/2005/8/layout/list1"/>
    <dgm:cxn modelId="{B91C0C26-C201-438A-8F7B-005863D9C81D}" type="presParOf" srcId="{0642398B-FC38-4444-9CB0-5EC929D4DD12}" destId="{67ECDB2B-64C6-48E5-8C71-F0072F80C6D9}" srcOrd="8" destOrd="0" presId="urn:microsoft.com/office/officeart/2005/8/layout/list1"/>
    <dgm:cxn modelId="{A5303C88-5318-4668-9B5C-259CB8F9A37D}" type="presParOf" srcId="{67ECDB2B-64C6-48E5-8C71-F0072F80C6D9}" destId="{17E380A9-202E-46D7-9733-BDDF2E77F5B7}" srcOrd="0" destOrd="0" presId="urn:microsoft.com/office/officeart/2005/8/layout/list1"/>
    <dgm:cxn modelId="{F3F32E48-CF9F-4B5D-B350-76DDF34976FE}" type="presParOf" srcId="{67ECDB2B-64C6-48E5-8C71-F0072F80C6D9}" destId="{87F29C8B-108E-4717-873C-87501BA3A550}" srcOrd="1" destOrd="0" presId="urn:microsoft.com/office/officeart/2005/8/layout/list1"/>
    <dgm:cxn modelId="{91805A8E-DAA0-4581-8040-8288C90C0904}" type="presParOf" srcId="{0642398B-FC38-4444-9CB0-5EC929D4DD12}" destId="{2AA54636-F617-4C39-ABD6-B6849ACC43D7}" srcOrd="9" destOrd="0" presId="urn:microsoft.com/office/officeart/2005/8/layout/list1"/>
    <dgm:cxn modelId="{F0466E7E-3E51-4ED5-8557-0AD12B4CC844}" type="presParOf" srcId="{0642398B-FC38-4444-9CB0-5EC929D4DD12}" destId="{FF1E6D29-E120-4CAD-8009-7AE4367C7D8D}" srcOrd="10" destOrd="0" presId="urn:microsoft.com/office/officeart/2005/8/layout/list1"/>
    <dgm:cxn modelId="{98BE252E-6CA9-44B8-BA60-54A8E7AF13DD}" type="presParOf" srcId="{0642398B-FC38-4444-9CB0-5EC929D4DD12}" destId="{CE4568F5-CDEF-4D86-B738-D4B8F27CCCB9}" srcOrd="11" destOrd="0" presId="urn:microsoft.com/office/officeart/2005/8/layout/list1"/>
    <dgm:cxn modelId="{3C65D5F1-BA5C-4237-8271-C992F3B0B40F}" type="presParOf" srcId="{0642398B-FC38-4444-9CB0-5EC929D4DD12}" destId="{4A5AB581-F995-4F0E-BC33-2E8B9E5332DB}" srcOrd="12" destOrd="0" presId="urn:microsoft.com/office/officeart/2005/8/layout/list1"/>
    <dgm:cxn modelId="{DDA9DB1B-3F5D-4F05-B7E5-6BD4D6082F73}" type="presParOf" srcId="{4A5AB581-F995-4F0E-BC33-2E8B9E5332DB}" destId="{9F1598ED-C02D-4E55-9530-444C55DDC346}" srcOrd="0" destOrd="0" presId="urn:microsoft.com/office/officeart/2005/8/layout/list1"/>
    <dgm:cxn modelId="{4C99686F-439E-4FC2-B954-4F7B89F51ACE}" type="presParOf" srcId="{4A5AB581-F995-4F0E-BC33-2E8B9E5332DB}" destId="{723E1781-05CE-4C51-98B2-073598A3C8EE}" srcOrd="1" destOrd="0" presId="urn:microsoft.com/office/officeart/2005/8/layout/list1"/>
    <dgm:cxn modelId="{7F90C624-6C9B-4909-8DC2-852B9015BA21}" type="presParOf" srcId="{0642398B-FC38-4444-9CB0-5EC929D4DD12}" destId="{FB3EE53A-2BD8-4065-803E-437F9E260A3B}" srcOrd="13" destOrd="0" presId="urn:microsoft.com/office/officeart/2005/8/layout/list1"/>
    <dgm:cxn modelId="{6821E511-9CEF-4F7D-AE20-B5CECA3FB1E7}" type="presParOf" srcId="{0642398B-FC38-4444-9CB0-5EC929D4DD12}" destId="{4916FA20-6592-4FD8-955D-40C82EC2085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1290614-2882-4819-BB18-1AC776CBEDF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A282E9DD-EF11-4FA6-B0AC-3BE4455D1127}">
      <dgm:prSet/>
      <dgm:spPr/>
      <dgm:t>
        <a:bodyPr/>
        <a:lstStyle/>
        <a:p>
          <a:pPr>
            <a:defRPr cap="all"/>
          </a:pPr>
          <a:r>
            <a:rPr lang="en-US"/>
            <a:t>Synthetic only.</a:t>
          </a:r>
        </a:p>
      </dgm:t>
    </dgm:pt>
    <dgm:pt modelId="{B0BEB2CD-EE87-4C68-AB21-2F3759F6914D}" type="parTrans" cxnId="{E8022C51-04E9-466B-B2F5-D8A29716879B}">
      <dgm:prSet/>
      <dgm:spPr/>
      <dgm:t>
        <a:bodyPr/>
        <a:lstStyle/>
        <a:p>
          <a:endParaRPr lang="en-US"/>
        </a:p>
      </dgm:t>
    </dgm:pt>
    <dgm:pt modelId="{8BDED5FE-C3CE-46D0-B9BB-19BD3C12D9F8}" type="sibTrans" cxnId="{E8022C51-04E9-466B-B2F5-D8A29716879B}">
      <dgm:prSet/>
      <dgm:spPr/>
      <dgm:t>
        <a:bodyPr/>
        <a:lstStyle/>
        <a:p>
          <a:endParaRPr lang="en-US"/>
        </a:p>
      </dgm:t>
    </dgm:pt>
    <dgm:pt modelId="{2BFC6C79-EF75-48F1-9452-A7B0D24842C0}">
      <dgm:prSet/>
      <dgm:spPr/>
      <dgm:t>
        <a:bodyPr/>
        <a:lstStyle/>
        <a:p>
          <a:pPr>
            <a:defRPr cap="all"/>
          </a:pPr>
          <a:r>
            <a:rPr lang="en-US"/>
            <a:t>Synth + few real.</a:t>
          </a:r>
        </a:p>
      </dgm:t>
    </dgm:pt>
    <dgm:pt modelId="{610393FD-13A9-40DB-8965-EBDBCCE2E047}" type="parTrans" cxnId="{964DB06D-0EF7-4493-A41C-148D710EC52D}">
      <dgm:prSet/>
      <dgm:spPr/>
      <dgm:t>
        <a:bodyPr/>
        <a:lstStyle/>
        <a:p>
          <a:endParaRPr lang="en-US"/>
        </a:p>
      </dgm:t>
    </dgm:pt>
    <dgm:pt modelId="{C456F233-B3B7-4182-BDB4-5347354A666F}" type="sibTrans" cxnId="{964DB06D-0EF7-4493-A41C-148D710EC52D}">
      <dgm:prSet/>
      <dgm:spPr/>
      <dgm:t>
        <a:bodyPr/>
        <a:lstStyle/>
        <a:p>
          <a:endParaRPr lang="en-US"/>
        </a:p>
      </dgm:t>
    </dgm:pt>
    <dgm:pt modelId="{512B4F7F-66D7-4DD1-BD78-BD3E6A91A031}">
      <dgm:prSet/>
      <dgm:spPr/>
      <dgm:t>
        <a:bodyPr/>
        <a:lstStyle/>
        <a:p>
          <a:pPr>
            <a:defRPr cap="all"/>
          </a:pPr>
          <a:r>
            <a:rPr lang="en-US"/>
            <a:t>Synth + real with oversampling.</a:t>
          </a:r>
        </a:p>
      </dgm:t>
    </dgm:pt>
    <dgm:pt modelId="{9002EDD3-3F3F-4721-8B7F-81FB35181B77}" type="parTrans" cxnId="{0A8894D5-B976-4335-A5FA-55DB3CA0DAB1}">
      <dgm:prSet/>
      <dgm:spPr/>
      <dgm:t>
        <a:bodyPr/>
        <a:lstStyle/>
        <a:p>
          <a:endParaRPr lang="en-US"/>
        </a:p>
      </dgm:t>
    </dgm:pt>
    <dgm:pt modelId="{A76D783C-C4FD-41C7-870E-DCBF42411CC0}" type="sibTrans" cxnId="{0A8894D5-B976-4335-A5FA-55DB3CA0DAB1}">
      <dgm:prSet/>
      <dgm:spPr/>
      <dgm:t>
        <a:bodyPr/>
        <a:lstStyle/>
        <a:p>
          <a:endParaRPr lang="en-US"/>
        </a:p>
      </dgm:t>
    </dgm:pt>
    <dgm:pt modelId="{5C7ECC66-37DA-4831-BED9-58A938E59F9D}">
      <dgm:prSet/>
      <dgm:spPr/>
      <dgm:t>
        <a:bodyPr/>
        <a:lstStyle/>
        <a:p>
          <a:pPr>
            <a:defRPr cap="all"/>
          </a:pPr>
          <a:r>
            <a:rPr lang="en-US"/>
            <a:t>ViT with synth + real.</a:t>
          </a:r>
        </a:p>
      </dgm:t>
    </dgm:pt>
    <dgm:pt modelId="{CA9ADF1E-9CD2-495C-B919-D260C4F607AC}" type="parTrans" cxnId="{E5A8AACC-DA8A-434F-9B9B-3AEDE6C6D04D}">
      <dgm:prSet/>
      <dgm:spPr/>
      <dgm:t>
        <a:bodyPr/>
        <a:lstStyle/>
        <a:p>
          <a:endParaRPr lang="en-US"/>
        </a:p>
      </dgm:t>
    </dgm:pt>
    <dgm:pt modelId="{5F73A819-76EA-4D9C-9995-361191D76744}" type="sibTrans" cxnId="{E5A8AACC-DA8A-434F-9B9B-3AEDE6C6D04D}">
      <dgm:prSet/>
      <dgm:spPr/>
      <dgm:t>
        <a:bodyPr/>
        <a:lstStyle/>
        <a:p>
          <a:endParaRPr lang="en-US"/>
        </a:p>
      </dgm:t>
    </dgm:pt>
    <dgm:pt modelId="{606BA68F-184B-4ED5-BC9B-0F50266DEDC7}" type="pres">
      <dgm:prSet presAssocID="{01290614-2882-4819-BB18-1AC776CBEDF8}" presName="root" presStyleCnt="0">
        <dgm:presLayoutVars>
          <dgm:dir/>
          <dgm:resizeHandles val="exact"/>
        </dgm:presLayoutVars>
      </dgm:prSet>
      <dgm:spPr/>
    </dgm:pt>
    <dgm:pt modelId="{758F9FD3-27C1-4424-B74A-07FF2875C8A0}" type="pres">
      <dgm:prSet presAssocID="{A282E9DD-EF11-4FA6-B0AC-3BE4455D1127}" presName="compNode" presStyleCnt="0"/>
      <dgm:spPr/>
    </dgm:pt>
    <dgm:pt modelId="{CDD36095-7973-453B-83E7-0DA1CF355BC0}" type="pres">
      <dgm:prSet presAssocID="{A282E9DD-EF11-4FA6-B0AC-3BE4455D1127}" presName="iconBgRect" presStyleLbl="bgShp" presStyleIdx="0" presStyleCnt="4"/>
      <dgm:spPr/>
    </dgm:pt>
    <dgm:pt modelId="{AEC9BCB7-4D6C-475E-BE20-A538DCF29EF0}" type="pres">
      <dgm:prSet presAssocID="{A282E9DD-EF11-4FA6-B0AC-3BE4455D112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פרפר"/>
        </a:ext>
      </dgm:extLst>
    </dgm:pt>
    <dgm:pt modelId="{EF982972-CEE9-4F17-88EA-535C5509EFF6}" type="pres">
      <dgm:prSet presAssocID="{A282E9DD-EF11-4FA6-B0AC-3BE4455D1127}" presName="spaceRect" presStyleCnt="0"/>
      <dgm:spPr/>
    </dgm:pt>
    <dgm:pt modelId="{F00F139B-A838-4063-A89C-6036723061E5}" type="pres">
      <dgm:prSet presAssocID="{A282E9DD-EF11-4FA6-B0AC-3BE4455D1127}" presName="textRect" presStyleLbl="revTx" presStyleIdx="0" presStyleCnt="4">
        <dgm:presLayoutVars>
          <dgm:chMax val="1"/>
          <dgm:chPref val="1"/>
        </dgm:presLayoutVars>
      </dgm:prSet>
      <dgm:spPr/>
    </dgm:pt>
    <dgm:pt modelId="{7B47C725-C22D-4157-BCFF-50741AE76CB7}" type="pres">
      <dgm:prSet presAssocID="{8BDED5FE-C3CE-46D0-B9BB-19BD3C12D9F8}" presName="sibTrans" presStyleCnt="0"/>
      <dgm:spPr/>
    </dgm:pt>
    <dgm:pt modelId="{2C6E3F35-3113-45A2-88E4-19E92B3AFD84}" type="pres">
      <dgm:prSet presAssocID="{2BFC6C79-EF75-48F1-9452-A7B0D24842C0}" presName="compNode" presStyleCnt="0"/>
      <dgm:spPr/>
    </dgm:pt>
    <dgm:pt modelId="{5F3B96A0-F2F9-4A1A-AD98-FC379E308859}" type="pres">
      <dgm:prSet presAssocID="{2BFC6C79-EF75-48F1-9452-A7B0D24842C0}" presName="iconBgRect" presStyleLbl="bgShp" presStyleIdx="1" presStyleCnt="4"/>
      <dgm:spPr/>
    </dgm:pt>
    <dgm:pt modelId="{6D352BBA-DA6B-4019-98F3-D3B7239194F2}" type="pres">
      <dgm:prSet presAssocID="{2BFC6C79-EF75-48F1-9452-A7B0D24842C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oker Hat"/>
        </a:ext>
      </dgm:extLst>
    </dgm:pt>
    <dgm:pt modelId="{7633E7C1-EDB8-4035-93B2-51EF4B38752C}" type="pres">
      <dgm:prSet presAssocID="{2BFC6C79-EF75-48F1-9452-A7B0D24842C0}" presName="spaceRect" presStyleCnt="0"/>
      <dgm:spPr/>
    </dgm:pt>
    <dgm:pt modelId="{FBFDC96F-C073-4BF9-B110-67E93F539ED1}" type="pres">
      <dgm:prSet presAssocID="{2BFC6C79-EF75-48F1-9452-A7B0D24842C0}" presName="textRect" presStyleLbl="revTx" presStyleIdx="1" presStyleCnt="4">
        <dgm:presLayoutVars>
          <dgm:chMax val="1"/>
          <dgm:chPref val="1"/>
        </dgm:presLayoutVars>
      </dgm:prSet>
      <dgm:spPr/>
    </dgm:pt>
    <dgm:pt modelId="{513BABC6-8279-448A-ABC9-0EB1B44E75FB}" type="pres">
      <dgm:prSet presAssocID="{C456F233-B3B7-4182-BDB4-5347354A666F}" presName="sibTrans" presStyleCnt="0"/>
      <dgm:spPr/>
    </dgm:pt>
    <dgm:pt modelId="{8F54BB9C-CF52-43B4-8B36-DB75A5A7D8F8}" type="pres">
      <dgm:prSet presAssocID="{512B4F7F-66D7-4DD1-BD78-BD3E6A91A031}" presName="compNode" presStyleCnt="0"/>
      <dgm:spPr/>
    </dgm:pt>
    <dgm:pt modelId="{7EFC0A08-0C08-444C-B0B2-DBDC5A859B8C}" type="pres">
      <dgm:prSet presAssocID="{512B4F7F-66D7-4DD1-BD78-BD3E6A91A031}" presName="iconBgRect" presStyleLbl="bgShp" presStyleIdx="2" presStyleCnt="4"/>
      <dgm:spPr/>
    </dgm:pt>
    <dgm:pt modelId="{C683A054-680D-4660-977E-0065887EDE50}" type="pres">
      <dgm:prSet presAssocID="{512B4F7F-66D7-4DD1-BD78-BD3E6A91A03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lamation Mark"/>
        </a:ext>
      </dgm:extLst>
    </dgm:pt>
    <dgm:pt modelId="{3A77CAEB-045E-4CC5-98C8-C8F43D3E68D9}" type="pres">
      <dgm:prSet presAssocID="{512B4F7F-66D7-4DD1-BD78-BD3E6A91A031}" presName="spaceRect" presStyleCnt="0"/>
      <dgm:spPr/>
    </dgm:pt>
    <dgm:pt modelId="{B83120F6-5B19-4F8D-B5EB-5640702574AE}" type="pres">
      <dgm:prSet presAssocID="{512B4F7F-66D7-4DD1-BD78-BD3E6A91A031}" presName="textRect" presStyleLbl="revTx" presStyleIdx="2" presStyleCnt="4">
        <dgm:presLayoutVars>
          <dgm:chMax val="1"/>
          <dgm:chPref val="1"/>
        </dgm:presLayoutVars>
      </dgm:prSet>
      <dgm:spPr/>
    </dgm:pt>
    <dgm:pt modelId="{A779D075-66FC-4298-A18D-6294E59B2999}" type="pres">
      <dgm:prSet presAssocID="{A76D783C-C4FD-41C7-870E-DCBF42411CC0}" presName="sibTrans" presStyleCnt="0"/>
      <dgm:spPr/>
    </dgm:pt>
    <dgm:pt modelId="{70C1C439-4E34-4CB9-9DF4-F42E4F8E1ED9}" type="pres">
      <dgm:prSet presAssocID="{5C7ECC66-37DA-4831-BED9-58A938E59F9D}" presName="compNode" presStyleCnt="0"/>
      <dgm:spPr/>
    </dgm:pt>
    <dgm:pt modelId="{80E63BEE-4C9E-4F16-83CF-92D8F8539E1F}" type="pres">
      <dgm:prSet presAssocID="{5C7ECC66-37DA-4831-BED9-58A938E59F9D}" presName="iconBgRect" presStyleLbl="bgShp" presStyleIdx="3" presStyleCnt="4"/>
      <dgm:spPr/>
    </dgm:pt>
    <dgm:pt modelId="{44823D94-0693-4B68-86AE-53479F49F944}" type="pres">
      <dgm:prSet presAssocID="{5C7ECC66-37DA-4831-BED9-58A938E59F9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אש"/>
        </a:ext>
      </dgm:extLst>
    </dgm:pt>
    <dgm:pt modelId="{2FBF3224-42B7-4B39-BC10-FA7147397980}" type="pres">
      <dgm:prSet presAssocID="{5C7ECC66-37DA-4831-BED9-58A938E59F9D}" presName="spaceRect" presStyleCnt="0"/>
      <dgm:spPr/>
    </dgm:pt>
    <dgm:pt modelId="{451B34DC-F5F1-4517-ADD0-DCF328601187}" type="pres">
      <dgm:prSet presAssocID="{5C7ECC66-37DA-4831-BED9-58A938E59F9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E22780E-EC97-4549-8AB5-EBAAFB8B179C}" type="presOf" srcId="{2BFC6C79-EF75-48F1-9452-A7B0D24842C0}" destId="{FBFDC96F-C073-4BF9-B110-67E93F539ED1}" srcOrd="0" destOrd="0" presId="urn:microsoft.com/office/officeart/2018/5/layout/IconCircleLabelList"/>
    <dgm:cxn modelId="{964DB06D-0EF7-4493-A41C-148D710EC52D}" srcId="{01290614-2882-4819-BB18-1AC776CBEDF8}" destId="{2BFC6C79-EF75-48F1-9452-A7B0D24842C0}" srcOrd="1" destOrd="0" parTransId="{610393FD-13A9-40DB-8965-EBDBCCE2E047}" sibTransId="{C456F233-B3B7-4182-BDB4-5347354A666F}"/>
    <dgm:cxn modelId="{E8022C51-04E9-466B-B2F5-D8A29716879B}" srcId="{01290614-2882-4819-BB18-1AC776CBEDF8}" destId="{A282E9DD-EF11-4FA6-B0AC-3BE4455D1127}" srcOrd="0" destOrd="0" parTransId="{B0BEB2CD-EE87-4C68-AB21-2F3759F6914D}" sibTransId="{8BDED5FE-C3CE-46D0-B9BB-19BD3C12D9F8}"/>
    <dgm:cxn modelId="{03FED676-1C6D-436D-83DA-42975B64434F}" type="presOf" srcId="{01290614-2882-4819-BB18-1AC776CBEDF8}" destId="{606BA68F-184B-4ED5-BC9B-0F50266DEDC7}" srcOrd="0" destOrd="0" presId="urn:microsoft.com/office/officeart/2018/5/layout/IconCircleLabelList"/>
    <dgm:cxn modelId="{8B5C5A8D-3A62-483E-9459-AEBE0AED2C09}" type="presOf" srcId="{512B4F7F-66D7-4DD1-BD78-BD3E6A91A031}" destId="{B83120F6-5B19-4F8D-B5EB-5640702574AE}" srcOrd="0" destOrd="0" presId="urn:microsoft.com/office/officeart/2018/5/layout/IconCircleLabelList"/>
    <dgm:cxn modelId="{E5A8AACC-DA8A-434F-9B9B-3AEDE6C6D04D}" srcId="{01290614-2882-4819-BB18-1AC776CBEDF8}" destId="{5C7ECC66-37DA-4831-BED9-58A938E59F9D}" srcOrd="3" destOrd="0" parTransId="{CA9ADF1E-9CD2-495C-B919-D260C4F607AC}" sibTransId="{5F73A819-76EA-4D9C-9995-361191D76744}"/>
    <dgm:cxn modelId="{0A8894D5-B976-4335-A5FA-55DB3CA0DAB1}" srcId="{01290614-2882-4819-BB18-1AC776CBEDF8}" destId="{512B4F7F-66D7-4DD1-BD78-BD3E6A91A031}" srcOrd="2" destOrd="0" parTransId="{9002EDD3-3F3F-4721-8B7F-81FB35181B77}" sibTransId="{A76D783C-C4FD-41C7-870E-DCBF42411CC0}"/>
    <dgm:cxn modelId="{A30D5FD8-DE0B-4B76-A62C-9BDD6A2CB52A}" type="presOf" srcId="{5C7ECC66-37DA-4831-BED9-58A938E59F9D}" destId="{451B34DC-F5F1-4517-ADD0-DCF328601187}" srcOrd="0" destOrd="0" presId="urn:microsoft.com/office/officeart/2018/5/layout/IconCircleLabelList"/>
    <dgm:cxn modelId="{0D56FEE3-94E7-4294-9A6D-F27A69837EE4}" type="presOf" srcId="{A282E9DD-EF11-4FA6-B0AC-3BE4455D1127}" destId="{F00F139B-A838-4063-A89C-6036723061E5}" srcOrd="0" destOrd="0" presId="urn:microsoft.com/office/officeart/2018/5/layout/IconCircleLabelList"/>
    <dgm:cxn modelId="{FA2BFE42-4947-40B4-83E3-3F5AD3FF9E1B}" type="presParOf" srcId="{606BA68F-184B-4ED5-BC9B-0F50266DEDC7}" destId="{758F9FD3-27C1-4424-B74A-07FF2875C8A0}" srcOrd="0" destOrd="0" presId="urn:microsoft.com/office/officeart/2018/5/layout/IconCircleLabelList"/>
    <dgm:cxn modelId="{64C56AA8-4292-42E6-8C70-B70853D00759}" type="presParOf" srcId="{758F9FD3-27C1-4424-B74A-07FF2875C8A0}" destId="{CDD36095-7973-453B-83E7-0DA1CF355BC0}" srcOrd="0" destOrd="0" presId="urn:microsoft.com/office/officeart/2018/5/layout/IconCircleLabelList"/>
    <dgm:cxn modelId="{61087D92-BF5F-42FF-9C04-E3862A44CAF3}" type="presParOf" srcId="{758F9FD3-27C1-4424-B74A-07FF2875C8A0}" destId="{AEC9BCB7-4D6C-475E-BE20-A538DCF29EF0}" srcOrd="1" destOrd="0" presId="urn:microsoft.com/office/officeart/2018/5/layout/IconCircleLabelList"/>
    <dgm:cxn modelId="{09DB25E7-CAFF-4081-A53F-CCD6225277C1}" type="presParOf" srcId="{758F9FD3-27C1-4424-B74A-07FF2875C8A0}" destId="{EF982972-CEE9-4F17-88EA-535C5509EFF6}" srcOrd="2" destOrd="0" presId="urn:microsoft.com/office/officeart/2018/5/layout/IconCircleLabelList"/>
    <dgm:cxn modelId="{08540255-3790-4A34-8CCD-204BFF2508DA}" type="presParOf" srcId="{758F9FD3-27C1-4424-B74A-07FF2875C8A0}" destId="{F00F139B-A838-4063-A89C-6036723061E5}" srcOrd="3" destOrd="0" presId="urn:microsoft.com/office/officeart/2018/5/layout/IconCircleLabelList"/>
    <dgm:cxn modelId="{457FBD2C-665A-4684-ADB0-DEC321093E66}" type="presParOf" srcId="{606BA68F-184B-4ED5-BC9B-0F50266DEDC7}" destId="{7B47C725-C22D-4157-BCFF-50741AE76CB7}" srcOrd="1" destOrd="0" presId="urn:microsoft.com/office/officeart/2018/5/layout/IconCircleLabelList"/>
    <dgm:cxn modelId="{B1021600-A8F9-4A2D-9DFD-2980638AA530}" type="presParOf" srcId="{606BA68F-184B-4ED5-BC9B-0F50266DEDC7}" destId="{2C6E3F35-3113-45A2-88E4-19E92B3AFD84}" srcOrd="2" destOrd="0" presId="urn:microsoft.com/office/officeart/2018/5/layout/IconCircleLabelList"/>
    <dgm:cxn modelId="{25742BC9-78FD-4052-A9F4-9C726968913A}" type="presParOf" srcId="{2C6E3F35-3113-45A2-88E4-19E92B3AFD84}" destId="{5F3B96A0-F2F9-4A1A-AD98-FC379E308859}" srcOrd="0" destOrd="0" presId="urn:microsoft.com/office/officeart/2018/5/layout/IconCircleLabelList"/>
    <dgm:cxn modelId="{1822B0EB-6EA2-4911-BE0E-8FC905BF7701}" type="presParOf" srcId="{2C6E3F35-3113-45A2-88E4-19E92B3AFD84}" destId="{6D352BBA-DA6B-4019-98F3-D3B7239194F2}" srcOrd="1" destOrd="0" presId="urn:microsoft.com/office/officeart/2018/5/layout/IconCircleLabelList"/>
    <dgm:cxn modelId="{C4E88B72-E979-471F-911A-6E70AA9DD0A6}" type="presParOf" srcId="{2C6E3F35-3113-45A2-88E4-19E92B3AFD84}" destId="{7633E7C1-EDB8-4035-93B2-51EF4B38752C}" srcOrd="2" destOrd="0" presId="urn:microsoft.com/office/officeart/2018/5/layout/IconCircleLabelList"/>
    <dgm:cxn modelId="{D5552D46-3750-4944-944E-898EEB8922BC}" type="presParOf" srcId="{2C6E3F35-3113-45A2-88E4-19E92B3AFD84}" destId="{FBFDC96F-C073-4BF9-B110-67E93F539ED1}" srcOrd="3" destOrd="0" presId="urn:microsoft.com/office/officeart/2018/5/layout/IconCircleLabelList"/>
    <dgm:cxn modelId="{7A07470A-2853-4992-AD6F-EF447AA745B6}" type="presParOf" srcId="{606BA68F-184B-4ED5-BC9B-0F50266DEDC7}" destId="{513BABC6-8279-448A-ABC9-0EB1B44E75FB}" srcOrd="3" destOrd="0" presId="urn:microsoft.com/office/officeart/2018/5/layout/IconCircleLabelList"/>
    <dgm:cxn modelId="{B371468B-BB91-4C86-8EA6-F6C1578CBDF0}" type="presParOf" srcId="{606BA68F-184B-4ED5-BC9B-0F50266DEDC7}" destId="{8F54BB9C-CF52-43B4-8B36-DB75A5A7D8F8}" srcOrd="4" destOrd="0" presId="urn:microsoft.com/office/officeart/2018/5/layout/IconCircleLabelList"/>
    <dgm:cxn modelId="{64A2DE40-9EFB-4DB0-9D4B-E66CE197EA9E}" type="presParOf" srcId="{8F54BB9C-CF52-43B4-8B36-DB75A5A7D8F8}" destId="{7EFC0A08-0C08-444C-B0B2-DBDC5A859B8C}" srcOrd="0" destOrd="0" presId="urn:microsoft.com/office/officeart/2018/5/layout/IconCircleLabelList"/>
    <dgm:cxn modelId="{078CCD23-97A7-4B88-B4A5-7E00C4A533CD}" type="presParOf" srcId="{8F54BB9C-CF52-43B4-8B36-DB75A5A7D8F8}" destId="{C683A054-680D-4660-977E-0065887EDE50}" srcOrd="1" destOrd="0" presId="urn:microsoft.com/office/officeart/2018/5/layout/IconCircleLabelList"/>
    <dgm:cxn modelId="{00128DA1-44A2-4BCD-ADC2-5398B2FB42E4}" type="presParOf" srcId="{8F54BB9C-CF52-43B4-8B36-DB75A5A7D8F8}" destId="{3A77CAEB-045E-4CC5-98C8-C8F43D3E68D9}" srcOrd="2" destOrd="0" presId="urn:microsoft.com/office/officeart/2018/5/layout/IconCircleLabelList"/>
    <dgm:cxn modelId="{2B0C42E6-7C6F-4D63-BC32-BA4A678547EC}" type="presParOf" srcId="{8F54BB9C-CF52-43B4-8B36-DB75A5A7D8F8}" destId="{B83120F6-5B19-4F8D-B5EB-5640702574AE}" srcOrd="3" destOrd="0" presId="urn:microsoft.com/office/officeart/2018/5/layout/IconCircleLabelList"/>
    <dgm:cxn modelId="{88FF056C-8E85-4688-8E35-1128BF192B86}" type="presParOf" srcId="{606BA68F-184B-4ED5-BC9B-0F50266DEDC7}" destId="{A779D075-66FC-4298-A18D-6294E59B2999}" srcOrd="5" destOrd="0" presId="urn:microsoft.com/office/officeart/2018/5/layout/IconCircleLabelList"/>
    <dgm:cxn modelId="{DF695249-6BDE-465A-B8C0-A06AB0602A42}" type="presParOf" srcId="{606BA68F-184B-4ED5-BC9B-0F50266DEDC7}" destId="{70C1C439-4E34-4CB9-9DF4-F42E4F8E1ED9}" srcOrd="6" destOrd="0" presId="urn:microsoft.com/office/officeart/2018/5/layout/IconCircleLabelList"/>
    <dgm:cxn modelId="{DC4FDAAA-DE47-4F74-BF9A-1F5E823E2FFF}" type="presParOf" srcId="{70C1C439-4E34-4CB9-9DF4-F42E4F8E1ED9}" destId="{80E63BEE-4C9E-4F16-83CF-92D8F8539E1F}" srcOrd="0" destOrd="0" presId="urn:microsoft.com/office/officeart/2018/5/layout/IconCircleLabelList"/>
    <dgm:cxn modelId="{7E92DCE4-AA37-40F6-B0D8-F4FC4A972C24}" type="presParOf" srcId="{70C1C439-4E34-4CB9-9DF4-F42E4F8E1ED9}" destId="{44823D94-0693-4B68-86AE-53479F49F944}" srcOrd="1" destOrd="0" presId="urn:microsoft.com/office/officeart/2018/5/layout/IconCircleLabelList"/>
    <dgm:cxn modelId="{623E64BD-339C-4E43-9607-C005BF7719F0}" type="presParOf" srcId="{70C1C439-4E34-4CB9-9DF4-F42E4F8E1ED9}" destId="{2FBF3224-42B7-4B39-BC10-FA7147397980}" srcOrd="2" destOrd="0" presId="urn:microsoft.com/office/officeart/2018/5/layout/IconCircleLabelList"/>
    <dgm:cxn modelId="{2A212AF8-5D30-4B48-8522-32A727C79DB8}" type="presParOf" srcId="{70C1C439-4E34-4CB9-9DF4-F42E4F8E1ED9}" destId="{451B34DC-F5F1-4517-ADD0-DCF32860118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AE1C5BF-83D9-4368-84DE-B6F6EB5A0629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D3B6202-8397-404E-96F2-EB8F0731E502}">
      <dgm:prSet/>
      <dgm:spPr/>
      <dgm:t>
        <a:bodyPr/>
        <a:lstStyle/>
        <a:p>
          <a:r>
            <a:rPr lang="en-US"/>
            <a:t>Domain gap exists.</a:t>
          </a:r>
        </a:p>
      </dgm:t>
    </dgm:pt>
    <dgm:pt modelId="{E9D3DFC0-4F8A-4D3F-BB5A-DECFC247F31A}" type="parTrans" cxnId="{3A57EAC0-373E-4F86-BD65-54B52C62E212}">
      <dgm:prSet/>
      <dgm:spPr/>
      <dgm:t>
        <a:bodyPr/>
        <a:lstStyle/>
        <a:p>
          <a:endParaRPr lang="en-US"/>
        </a:p>
      </dgm:t>
    </dgm:pt>
    <dgm:pt modelId="{4E05252F-A2CA-4AC1-9422-7F4DA4A945B3}" type="sibTrans" cxnId="{3A57EAC0-373E-4F86-BD65-54B52C62E212}">
      <dgm:prSet/>
      <dgm:spPr/>
      <dgm:t>
        <a:bodyPr/>
        <a:lstStyle/>
        <a:p>
          <a:endParaRPr lang="en-US"/>
        </a:p>
      </dgm:t>
    </dgm:pt>
    <dgm:pt modelId="{2DF26300-AEDC-4506-96E3-4B4331551BED}">
      <dgm:prSet/>
      <dgm:spPr/>
      <dgm:t>
        <a:bodyPr/>
        <a:lstStyle/>
        <a:p>
          <a:r>
            <a:rPr lang="en-US"/>
            <a:t>Small real dataset.</a:t>
          </a:r>
        </a:p>
      </dgm:t>
    </dgm:pt>
    <dgm:pt modelId="{927C3018-86D5-44A2-9BD9-1FE0B07E650D}" type="parTrans" cxnId="{6CE548EB-1D93-442E-A572-23ADD10958D9}">
      <dgm:prSet/>
      <dgm:spPr/>
      <dgm:t>
        <a:bodyPr/>
        <a:lstStyle/>
        <a:p>
          <a:endParaRPr lang="en-US"/>
        </a:p>
      </dgm:t>
    </dgm:pt>
    <dgm:pt modelId="{0DD76ED3-FC80-496D-9E64-5E55998EDB4C}" type="sibTrans" cxnId="{6CE548EB-1D93-442E-A572-23ADD10958D9}">
      <dgm:prSet/>
      <dgm:spPr/>
      <dgm:t>
        <a:bodyPr/>
        <a:lstStyle/>
        <a:p>
          <a:endParaRPr lang="en-US"/>
        </a:p>
      </dgm:t>
    </dgm:pt>
    <dgm:pt modelId="{3BE015A0-BDD6-4E41-A20F-E73ED38C45F1}">
      <dgm:prSet/>
      <dgm:spPr/>
      <dgm:t>
        <a:bodyPr/>
        <a:lstStyle/>
        <a:p>
          <a:r>
            <a:rPr lang="en-US"/>
            <a:t>Scene-level only.</a:t>
          </a:r>
        </a:p>
      </dgm:t>
    </dgm:pt>
    <dgm:pt modelId="{167F083B-85D2-4662-BBB5-4DBDB97E3B49}" type="parTrans" cxnId="{8857B039-5C66-400E-8AA9-1A5998E2540D}">
      <dgm:prSet/>
      <dgm:spPr/>
      <dgm:t>
        <a:bodyPr/>
        <a:lstStyle/>
        <a:p>
          <a:endParaRPr lang="en-US"/>
        </a:p>
      </dgm:t>
    </dgm:pt>
    <dgm:pt modelId="{1BBEE62F-DEC1-4F1D-8738-1AE69A2DB8DE}" type="sibTrans" cxnId="{8857B039-5C66-400E-8AA9-1A5998E2540D}">
      <dgm:prSet/>
      <dgm:spPr/>
      <dgm:t>
        <a:bodyPr/>
        <a:lstStyle/>
        <a:p>
          <a:endParaRPr lang="en-US"/>
        </a:p>
      </dgm:t>
    </dgm:pt>
    <dgm:pt modelId="{8E70FADB-183D-41AB-A2DD-EEDEE5D67ACE}">
      <dgm:prSet/>
      <dgm:spPr/>
      <dgm:t>
        <a:bodyPr/>
        <a:lstStyle/>
        <a:p>
          <a:r>
            <a:rPr lang="en-US"/>
            <a:t>Trade-off between FP and FN.</a:t>
          </a:r>
        </a:p>
      </dgm:t>
    </dgm:pt>
    <dgm:pt modelId="{443E9503-E267-4E79-8FF3-3BFAFE80E0C1}" type="parTrans" cxnId="{DC52B21E-CF18-4732-BB3C-4DAE43073846}">
      <dgm:prSet/>
      <dgm:spPr/>
      <dgm:t>
        <a:bodyPr/>
        <a:lstStyle/>
        <a:p>
          <a:endParaRPr lang="en-US"/>
        </a:p>
      </dgm:t>
    </dgm:pt>
    <dgm:pt modelId="{DD7546C2-B2B5-45CF-8726-320259B4691F}" type="sibTrans" cxnId="{DC52B21E-CF18-4732-BB3C-4DAE43073846}">
      <dgm:prSet/>
      <dgm:spPr/>
      <dgm:t>
        <a:bodyPr/>
        <a:lstStyle/>
        <a:p>
          <a:endParaRPr lang="en-US"/>
        </a:p>
      </dgm:t>
    </dgm:pt>
    <dgm:pt modelId="{6F7A1FEA-7BC7-4665-A607-D95E8E1F046E}" type="pres">
      <dgm:prSet presAssocID="{DAE1C5BF-83D9-4368-84DE-B6F6EB5A0629}" presName="linear" presStyleCnt="0">
        <dgm:presLayoutVars>
          <dgm:dir/>
          <dgm:animLvl val="lvl"/>
          <dgm:resizeHandles val="exact"/>
        </dgm:presLayoutVars>
      </dgm:prSet>
      <dgm:spPr/>
    </dgm:pt>
    <dgm:pt modelId="{3964366C-231D-452C-9A0C-5135AC006334}" type="pres">
      <dgm:prSet presAssocID="{0D3B6202-8397-404E-96F2-EB8F0731E502}" presName="parentLin" presStyleCnt="0"/>
      <dgm:spPr/>
    </dgm:pt>
    <dgm:pt modelId="{91732B09-128B-49F5-84AB-0431F48FE2D9}" type="pres">
      <dgm:prSet presAssocID="{0D3B6202-8397-404E-96F2-EB8F0731E502}" presName="parentLeftMargin" presStyleLbl="node1" presStyleIdx="0" presStyleCnt="4"/>
      <dgm:spPr/>
    </dgm:pt>
    <dgm:pt modelId="{953FFD54-24FC-44B9-8E18-23BC6E4A5B1A}" type="pres">
      <dgm:prSet presAssocID="{0D3B6202-8397-404E-96F2-EB8F0731E50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26B77D3-D03B-4169-8D54-B9EADD52A6A7}" type="pres">
      <dgm:prSet presAssocID="{0D3B6202-8397-404E-96F2-EB8F0731E502}" presName="negativeSpace" presStyleCnt="0"/>
      <dgm:spPr/>
    </dgm:pt>
    <dgm:pt modelId="{C6E0A9D6-FA5D-4B22-99E3-09183467BC03}" type="pres">
      <dgm:prSet presAssocID="{0D3B6202-8397-404E-96F2-EB8F0731E502}" presName="childText" presStyleLbl="conFgAcc1" presStyleIdx="0" presStyleCnt="4">
        <dgm:presLayoutVars>
          <dgm:bulletEnabled val="1"/>
        </dgm:presLayoutVars>
      </dgm:prSet>
      <dgm:spPr/>
    </dgm:pt>
    <dgm:pt modelId="{47D8D765-33A7-489F-BD7C-287CB9296D46}" type="pres">
      <dgm:prSet presAssocID="{4E05252F-A2CA-4AC1-9422-7F4DA4A945B3}" presName="spaceBetweenRectangles" presStyleCnt="0"/>
      <dgm:spPr/>
    </dgm:pt>
    <dgm:pt modelId="{9F82D9CD-BABF-43AA-865B-E7432DFB866D}" type="pres">
      <dgm:prSet presAssocID="{2DF26300-AEDC-4506-96E3-4B4331551BED}" presName="parentLin" presStyleCnt="0"/>
      <dgm:spPr/>
    </dgm:pt>
    <dgm:pt modelId="{1034811D-876D-429F-8ED6-5F48298783DF}" type="pres">
      <dgm:prSet presAssocID="{2DF26300-AEDC-4506-96E3-4B4331551BED}" presName="parentLeftMargin" presStyleLbl="node1" presStyleIdx="0" presStyleCnt="4"/>
      <dgm:spPr/>
    </dgm:pt>
    <dgm:pt modelId="{DC2351B6-4209-4FBD-BEAD-8450032401B4}" type="pres">
      <dgm:prSet presAssocID="{2DF26300-AEDC-4506-96E3-4B4331551BE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CE42CB9-747A-4323-9864-735129C87E6C}" type="pres">
      <dgm:prSet presAssocID="{2DF26300-AEDC-4506-96E3-4B4331551BED}" presName="negativeSpace" presStyleCnt="0"/>
      <dgm:spPr/>
    </dgm:pt>
    <dgm:pt modelId="{D418D62C-C51B-49EC-B2F3-40A064AF024C}" type="pres">
      <dgm:prSet presAssocID="{2DF26300-AEDC-4506-96E3-4B4331551BED}" presName="childText" presStyleLbl="conFgAcc1" presStyleIdx="1" presStyleCnt="4">
        <dgm:presLayoutVars>
          <dgm:bulletEnabled val="1"/>
        </dgm:presLayoutVars>
      </dgm:prSet>
      <dgm:spPr/>
    </dgm:pt>
    <dgm:pt modelId="{DD46AFDB-D3D9-4B64-BD8D-3AA458F43559}" type="pres">
      <dgm:prSet presAssocID="{0DD76ED3-FC80-496D-9E64-5E55998EDB4C}" presName="spaceBetweenRectangles" presStyleCnt="0"/>
      <dgm:spPr/>
    </dgm:pt>
    <dgm:pt modelId="{BD273910-3586-4BE4-9D7C-BE7D06E934BD}" type="pres">
      <dgm:prSet presAssocID="{3BE015A0-BDD6-4E41-A20F-E73ED38C45F1}" presName="parentLin" presStyleCnt="0"/>
      <dgm:spPr/>
    </dgm:pt>
    <dgm:pt modelId="{7221FF1E-151F-4D9C-8064-858F355100ED}" type="pres">
      <dgm:prSet presAssocID="{3BE015A0-BDD6-4E41-A20F-E73ED38C45F1}" presName="parentLeftMargin" presStyleLbl="node1" presStyleIdx="1" presStyleCnt="4"/>
      <dgm:spPr/>
    </dgm:pt>
    <dgm:pt modelId="{B24A02F9-11A2-406B-A3E9-4BFA5561BF4A}" type="pres">
      <dgm:prSet presAssocID="{3BE015A0-BDD6-4E41-A20F-E73ED38C45F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743E401-C905-4D9A-A685-8F2FDB44F6D8}" type="pres">
      <dgm:prSet presAssocID="{3BE015A0-BDD6-4E41-A20F-E73ED38C45F1}" presName="negativeSpace" presStyleCnt="0"/>
      <dgm:spPr/>
    </dgm:pt>
    <dgm:pt modelId="{2BBF1D53-2BBF-44D7-BC2D-30C38E9487E8}" type="pres">
      <dgm:prSet presAssocID="{3BE015A0-BDD6-4E41-A20F-E73ED38C45F1}" presName="childText" presStyleLbl="conFgAcc1" presStyleIdx="2" presStyleCnt="4">
        <dgm:presLayoutVars>
          <dgm:bulletEnabled val="1"/>
        </dgm:presLayoutVars>
      </dgm:prSet>
      <dgm:spPr/>
    </dgm:pt>
    <dgm:pt modelId="{FBF4ABC1-7B1F-4C2B-977D-4ABCC876612A}" type="pres">
      <dgm:prSet presAssocID="{1BBEE62F-DEC1-4F1D-8738-1AE69A2DB8DE}" presName="spaceBetweenRectangles" presStyleCnt="0"/>
      <dgm:spPr/>
    </dgm:pt>
    <dgm:pt modelId="{73E4A935-F6C9-4DD6-BA15-4F5346ED41E2}" type="pres">
      <dgm:prSet presAssocID="{8E70FADB-183D-41AB-A2DD-EEDEE5D67ACE}" presName="parentLin" presStyleCnt="0"/>
      <dgm:spPr/>
    </dgm:pt>
    <dgm:pt modelId="{99974075-8386-486C-883C-47791C70D38A}" type="pres">
      <dgm:prSet presAssocID="{8E70FADB-183D-41AB-A2DD-EEDEE5D67ACE}" presName="parentLeftMargin" presStyleLbl="node1" presStyleIdx="2" presStyleCnt="4"/>
      <dgm:spPr/>
    </dgm:pt>
    <dgm:pt modelId="{27C2A1BF-3A24-485A-97B4-CEE9EB5197FF}" type="pres">
      <dgm:prSet presAssocID="{8E70FADB-183D-41AB-A2DD-EEDEE5D67AC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F8CB06D-3D5F-4D57-9315-1569D04773B0}" type="pres">
      <dgm:prSet presAssocID="{8E70FADB-183D-41AB-A2DD-EEDEE5D67ACE}" presName="negativeSpace" presStyleCnt="0"/>
      <dgm:spPr/>
    </dgm:pt>
    <dgm:pt modelId="{952BCBE5-1FDC-412B-B3F5-CAAF059D3D7E}" type="pres">
      <dgm:prSet presAssocID="{8E70FADB-183D-41AB-A2DD-EEDEE5D67AC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C52B21E-CF18-4732-BB3C-4DAE43073846}" srcId="{DAE1C5BF-83D9-4368-84DE-B6F6EB5A0629}" destId="{8E70FADB-183D-41AB-A2DD-EEDEE5D67ACE}" srcOrd="3" destOrd="0" parTransId="{443E9503-E267-4E79-8FF3-3BFAFE80E0C1}" sibTransId="{DD7546C2-B2B5-45CF-8726-320259B4691F}"/>
    <dgm:cxn modelId="{90693624-A3CE-4777-BD86-71047910503A}" type="presOf" srcId="{3BE015A0-BDD6-4E41-A20F-E73ED38C45F1}" destId="{7221FF1E-151F-4D9C-8064-858F355100ED}" srcOrd="0" destOrd="0" presId="urn:microsoft.com/office/officeart/2005/8/layout/list1"/>
    <dgm:cxn modelId="{15790C28-FCDD-4E91-9859-0D568F797D12}" type="presOf" srcId="{8E70FADB-183D-41AB-A2DD-EEDEE5D67ACE}" destId="{99974075-8386-486C-883C-47791C70D38A}" srcOrd="0" destOrd="0" presId="urn:microsoft.com/office/officeart/2005/8/layout/list1"/>
    <dgm:cxn modelId="{8857B039-5C66-400E-8AA9-1A5998E2540D}" srcId="{DAE1C5BF-83D9-4368-84DE-B6F6EB5A0629}" destId="{3BE015A0-BDD6-4E41-A20F-E73ED38C45F1}" srcOrd="2" destOrd="0" parTransId="{167F083B-85D2-4662-BBB5-4DBDB97E3B49}" sibTransId="{1BBEE62F-DEC1-4F1D-8738-1AE69A2DB8DE}"/>
    <dgm:cxn modelId="{94BD483A-0C1F-4C8D-891F-0E9C58B16012}" type="presOf" srcId="{2DF26300-AEDC-4506-96E3-4B4331551BED}" destId="{DC2351B6-4209-4FBD-BEAD-8450032401B4}" srcOrd="1" destOrd="0" presId="urn:microsoft.com/office/officeart/2005/8/layout/list1"/>
    <dgm:cxn modelId="{DD8ED165-14A9-4899-9095-F545942D62AA}" type="presOf" srcId="{DAE1C5BF-83D9-4368-84DE-B6F6EB5A0629}" destId="{6F7A1FEA-7BC7-4665-A607-D95E8E1F046E}" srcOrd="0" destOrd="0" presId="urn:microsoft.com/office/officeart/2005/8/layout/list1"/>
    <dgm:cxn modelId="{EE903747-FB8A-4B88-A6F8-0C5B2FFFF761}" type="presOf" srcId="{8E70FADB-183D-41AB-A2DD-EEDEE5D67ACE}" destId="{27C2A1BF-3A24-485A-97B4-CEE9EB5197FF}" srcOrd="1" destOrd="0" presId="urn:microsoft.com/office/officeart/2005/8/layout/list1"/>
    <dgm:cxn modelId="{E7B7B383-6B41-4E14-899D-59E90DC0E43D}" type="presOf" srcId="{3BE015A0-BDD6-4E41-A20F-E73ED38C45F1}" destId="{B24A02F9-11A2-406B-A3E9-4BFA5561BF4A}" srcOrd="1" destOrd="0" presId="urn:microsoft.com/office/officeart/2005/8/layout/list1"/>
    <dgm:cxn modelId="{3A57EAC0-373E-4F86-BD65-54B52C62E212}" srcId="{DAE1C5BF-83D9-4368-84DE-B6F6EB5A0629}" destId="{0D3B6202-8397-404E-96F2-EB8F0731E502}" srcOrd="0" destOrd="0" parTransId="{E9D3DFC0-4F8A-4D3F-BB5A-DECFC247F31A}" sibTransId="{4E05252F-A2CA-4AC1-9422-7F4DA4A945B3}"/>
    <dgm:cxn modelId="{5546FBDA-9DE4-4CE2-9E66-4496CFB7F9D5}" type="presOf" srcId="{0D3B6202-8397-404E-96F2-EB8F0731E502}" destId="{953FFD54-24FC-44B9-8E18-23BC6E4A5B1A}" srcOrd="1" destOrd="0" presId="urn:microsoft.com/office/officeart/2005/8/layout/list1"/>
    <dgm:cxn modelId="{2DB8FBDC-C77C-49D8-9FDC-0C5EF2690DDB}" type="presOf" srcId="{0D3B6202-8397-404E-96F2-EB8F0731E502}" destId="{91732B09-128B-49F5-84AB-0431F48FE2D9}" srcOrd="0" destOrd="0" presId="urn:microsoft.com/office/officeart/2005/8/layout/list1"/>
    <dgm:cxn modelId="{DAF93CDE-7697-47EB-B33C-C3765FABF758}" type="presOf" srcId="{2DF26300-AEDC-4506-96E3-4B4331551BED}" destId="{1034811D-876D-429F-8ED6-5F48298783DF}" srcOrd="0" destOrd="0" presId="urn:microsoft.com/office/officeart/2005/8/layout/list1"/>
    <dgm:cxn modelId="{6CE548EB-1D93-442E-A572-23ADD10958D9}" srcId="{DAE1C5BF-83D9-4368-84DE-B6F6EB5A0629}" destId="{2DF26300-AEDC-4506-96E3-4B4331551BED}" srcOrd="1" destOrd="0" parTransId="{927C3018-86D5-44A2-9BD9-1FE0B07E650D}" sibTransId="{0DD76ED3-FC80-496D-9E64-5E55998EDB4C}"/>
    <dgm:cxn modelId="{49DE8008-2CBA-4876-8D85-3D4D7FB27116}" type="presParOf" srcId="{6F7A1FEA-7BC7-4665-A607-D95E8E1F046E}" destId="{3964366C-231D-452C-9A0C-5135AC006334}" srcOrd="0" destOrd="0" presId="urn:microsoft.com/office/officeart/2005/8/layout/list1"/>
    <dgm:cxn modelId="{BDAEC6F9-455B-4856-9F39-F33100738875}" type="presParOf" srcId="{3964366C-231D-452C-9A0C-5135AC006334}" destId="{91732B09-128B-49F5-84AB-0431F48FE2D9}" srcOrd="0" destOrd="0" presId="urn:microsoft.com/office/officeart/2005/8/layout/list1"/>
    <dgm:cxn modelId="{F6382900-FACA-4A36-AE7D-B9E07BAA37AF}" type="presParOf" srcId="{3964366C-231D-452C-9A0C-5135AC006334}" destId="{953FFD54-24FC-44B9-8E18-23BC6E4A5B1A}" srcOrd="1" destOrd="0" presId="urn:microsoft.com/office/officeart/2005/8/layout/list1"/>
    <dgm:cxn modelId="{4E0C0389-9BB6-4B0E-A927-B11D43D8D180}" type="presParOf" srcId="{6F7A1FEA-7BC7-4665-A607-D95E8E1F046E}" destId="{426B77D3-D03B-4169-8D54-B9EADD52A6A7}" srcOrd="1" destOrd="0" presId="urn:microsoft.com/office/officeart/2005/8/layout/list1"/>
    <dgm:cxn modelId="{D0FEEDE3-2231-4D25-A802-A24A3BD158F1}" type="presParOf" srcId="{6F7A1FEA-7BC7-4665-A607-D95E8E1F046E}" destId="{C6E0A9D6-FA5D-4B22-99E3-09183467BC03}" srcOrd="2" destOrd="0" presId="urn:microsoft.com/office/officeart/2005/8/layout/list1"/>
    <dgm:cxn modelId="{C96F119F-0D5A-425D-B35A-FBED74950701}" type="presParOf" srcId="{6F7A1FEA-7BC7-4665-A607-D95E8E1F046E}" destId="{47D8D765-33A7-489F-BD7C-287CB9296D46}" srcOrd="3" destOrd="0" presId="urn:microsoft.com/office/officeart/2005/8/layout/list1"/>
    <dgm:cxn modelId="{E9A7DF8C-5B36-4C94-AEA8-A4A905168D72}" type="presParOf" srcId="{6F7A1FEA-7BC7-4665-A607-D95E8E1F046E}" destId="{9F82D9CD-BABF-43AA-865B-E7432DFB866D}" srcOrd="4" destOrd="0" presId="urn:microsoft.com/office/officeart/2005/8/layout/list1"/>
    <dgm:cxn modelId="{5A88CEFA-5C68-43CC-829B-F90ACA60E6A1}" type="presParOf" srcId="{9F82D9CD-BABF-43AA-865B-E7432DFB866D}" destId="{1034811D-876D-429F-8ED6-5F48298783DF}" srcOrd="0" destOrd="0" presId="urn:microsoft.com/office/officeart/2005/8/layout/list1"/>
    <dgm:cxn modelId="{AA2BA5B4-FE18-43C6-B3EE-44EE216F6E20}" type="presParOf" srcId="{9F82D9CD-BABF-43AA-865B-E7432DFB866D}" destId="{DC2351B6-4209-4FBD-BEAD-8450032401B4}" srcOrd="1" destOrd="0" presId="urn:microsoft.com/office/officeart/2005/8/layout/list1"/>
    <dgm:cxn modelId="{47B85EC5-C6C9-4EEC-9E08-2CBF18C765EC}" type="presParOf" srcId="{6F7A1FEA-7BC7-4665-A607-D95E8E1F046E}" destId="{9CE42CB9-747A-4323-9864-735129C87E6C}" srcOrd="5" destOrd="0" presId="urn:microsoft.com/office/officeart/2005/8/layout/list1"/>
    <dgm:cxn modelId="{C3EF78BD-AB53-4775-8232-D02BADBABFFE}" type="presParOf" srcId="{6F7A1FEA-7BC7-4665-A607-D95E8E1F046E}" destId="{D418D62C-C51B-49EC-B2F3-40A064AF024C}" srcOrd="6" destOrd="0" presId="urn:microsoft.com/office/officeart/2005/8/layout/list1"/>
    <dgm:cxn modelId="{433B42A7-B0BC-4BE0-A5A5-256076B85449}" type="presParOf" srcId="{6F7A1FEA-7BC7-4665-A607-D95E8E1F046E}" destId="{DD46AFDB-D3D9-4B64-BD8D-3AA458F43559}" srcOrd="7" destOrd="0" presId="urn:microsoft.com/office/officeart/2005/8/layout/list1"/>
    <dgm:cxn modelId="{C8591B74-EC25-44B0-A2FF-5FBF14642F66}" type="presParOf" srcId="{6F7A1FEA-7BC7-4665-A607-D95E8E1F046E}" destId="{BD273910-3586-4BE4-9D7C-BE7D06E934BD}" srcOrd="8" destOrd="0" presId="urn:microsoft.com/office/officeart/2005/8/layout/list1"/>
    <dgm:cxn modelId="{1961EE4A-4E8F-4299-A469-A928D3BE7C9E}" type="presParOf" srcId="{BD273910-3586-4BE4-9D7C-BE7D06E934BD}" destId="{7221FF1E-151F-4D9C-8064-858F355100ED}" srcOrd="0" destOrd="0" presId="urn:microsoft.com/office/officeart/2005/8/layout/list1"/>
    <dgm:cxn modelId="{33F5D2C7-5C36-4529-BDDB-6AA30F5E8EF5}" type="presParOf" srcId="{BD273910-3586-4BE4-9D7C-BE7D06E934BD}" destId="{B24A02F9-11A2-406B-A3E9-4BFA5561BF4A}" srcOrd="1" destOrd="0" presId="urn:microsoft.com/office/officeart/2005/8/layout/list1"/>
    <dgm:cxn modelId="{08D50609-BF92-44AD-ABD3-4FA9BD1CC419}" type="presParOf" srcId="{6F7A1FEA-7BC7-4665-A607-D95E8E1F046E}" destId="{0743E401-C905-4D9A-A685-8F2FDB44F6D8}" srcOrd="9" destOrd="0" presId="urn:microsoft.com/office/officeart/2005/8/layout/list1"/>
    <dgm:cxn modelId="{578F1FDA-4B91-4732-9534-8EE7C46BB720}" type="presParOf" srcId="{6F7A1FEA-7BC7-4665-A607-D95E8E1F046E}" destId="{2BBF1D53-2BBF-44D7-BC2D-30C38E9487E8}" srcOrd="10" destOrd="0" presId="urn:microsoft.com/office/officeart/2005/8/layout/list1"/>
    <dgm:cxn modelId="{136CA727-5639-47C9-8C2F-7B17DE1A7BC5}" type="presParOf" srcId="{6F7A1FEA-7BC7-4665-A607-D95E8E1F046E}" destId="{FBF4ABC1-7B1F-4C2B-977D-4ABCC876612A}" srcOrd="11" destOrd="0" presId="urn:microsoft.com/office/officeart/2005/8/layout/list1"/>
    <dgm:cxn modelId="{FD45ACFA-C08D-4771-B2C8-B040E537CDE3}" type="presParOf" srcId="{6F7A1FEA-7BC7-4665-A607-D95E8E1F046E}" destId="{73E4A935-F6C9-4DD6-BA15-4F5346ED41E2}" srcOrd="12" destOrd="0" presId="urn:microsoft.com/office/officeart/2005/8/layout/list1"/>
    <dgm:cxn modelId="{8ECEB6FB-0C32-426D-B804-1416F7BA44A3}" type="presParOf" srcId="{73E4A935-F6C9-4DD6-BA15-4F5346ED41E2}" destId="{99974075-8386-486C-883C-47791C70D38A}" srcOrd="0" destOrd="0" presId="urn:microsoft.com/office/officeart/2005/8/layout/list1"/>
    <dgm:cxn modelId="{BDD750B8-D066-4427-8A67-D75459B721A8}" type="presParOf" srcId="{73E4A935-F6C9-4DD6-BA15-4F5346ED41E2}" destId="{27C2A1BF-3A24-485A-97B4-CEE9EB5197FF}" srcOrd="1" destOrd="0" presId="urn:microsoft.com/office/officeart/2005/8/layout/list1"/>
    <dgm:cxn modelId="{EE7BCD2D-0640-4C9C-AB1D-47286B9B3A63}" type="presParOf" srcId="{6F7A1FEA-7BC7-4665-A607-D95E8E1F046E}" destId="{FF8CB06D-3D5F-4D57-9315-1569D04773B0}" srcOrd="13" destOrd="0" presId="urn:microsoft.com/office/officeart/2005/8/layout/list1"/>
    <dgm:cxn modelId="{B3F6C38D-865D-4DC9-9D49-AE03E2179481}" type="presParOf" srcId="{6F7A1FEA-7BC7-4665-A607-D95E8E1F046E}" destId="{952BCBE5-1FDC-412B-B3F5-CAAF059D3D7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7FF55BE-E346-4A54-B30C-49A32D470FB4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0B703B3-5736-4C7D-A122-E8D6C11FAE0B}">
      <dgm:prSet/>
      <dgm:spPr/>
      <dgm:t>
        <a:bodyPr/>
        <a:lstStyle/>
        <a:p>
          <a:r>
            <a:rPr lang="en-US"/>
            <a:t>Synthetic data helps bootstrap.</a:t>
          </a:r>
        </a:p>
      </dgm:t>
    </dgm:pt>
    <dgm:pt modelId="{3FE70DCE-1D89-49A5-A6A8-5C199E502349}" type="parTrans" cxnId="{B7561005-A9BC-4BD0-BA28-752BBC8C52B1}">
      <dgm:prSet/>
      <dgm:spPr/>
      <dgm:t>
        <a:bodyPr/>
        <a:lstStyle/>
        <a:p>
          <a:endParaRPr lang="en-US"/>
        </a:p>
      </dgm:t>
    </dgm:pt>
    <dgm:pt modelId="{CA93F61D-16F5-4032-B5DF-4D75D284CFE1}" type="sibTrans" cxnId="{B7561005-A9BC-4BD0-BA28-752BBC8C52B1}">
      <dgm:prSet/>
      <dgm:spPr/>
      <dgm:t>
        <a:bodyPr/>
        <a:lstStyle/>
        <a:p>
          <a:endParaRPr lang="en-US"/>
        </a:p>
      </dgm:t>
    </dgm:pt>
    <dgm:pt modelId="{AA75BDB5-2E66-4694-8329-965DD4A33A3C}">
      <dgm:prSet/>
      <dgm:spPr/>
      <dgm:t>
        <a:bodyPr/>
        <a:lstStyle/>
        <a:p>
          <a:r>
            <a:rPr lang="en-US"/>
            <a:t>Real data is essential.</a:t>
          </a:r>
        </a:p>
      </dgm:t>
    </dgm:pt>
    <dgm:pt modelId="{57E005AD-EBC8-413B-9430-AFAE6EF66820}" type="parTrans" cxnId="{C3E2DF02-BB89-4DFA-B8FD-0E762A43C343}">
      <dgm:prSet/>
      <dgm:spPr/>
      <dgm:t>
        <a:bodyPr/>
        <a:lstStyle/>
        <a:p>
          <a:endParaRPr lang="en-US"/>
        </a:p>
      </dgm:t>
    </dgm:pt>
    <dgm:pt modelId="{6782D61D-7524-4683-9F95-0206C0B03321}" type="sibTrans" cxnId="{C3E2DF02-BB89-4DFA-B8FD-0E762A43C343}">
      <dgm:prSet/>
      <dgm:spPr/>
      <dgm:t>
        <a:bodyPr/>
        <a:lstStyle/>
        <a:p>
          <a:endParaRPr lang="en-US"/>
        </a:p>
      </dgm:t>
    </dgm:pt>
    <dgm:pt modelId="{DD36E027-B24C-4C27-A104-EFCA43FF176D}">
      <dgm:prSet/>
      <dgm:spPr/>
      <dgm:t>
        <a:bodyPr/>
        <a:lstStyle/>
        <a:p>
          <a:r>
            <a:rPr lang="en-US"/>
            <a:t>Future: object detection, domain adaptation.</a:t>
          </a:r>
        </a:p>
      </dgm:t>
    </dgm:pt>
    <dgm:pt modelId="{A2CF5636-EBE3-41EA-9C66-00D30A530A9D}" type="parTrans" cxnId="{F7FCD846-F2BD-405B-9F74-FF9510DBBAD6}">
      <dgm:prSet/>
      <dgm:spPr/>
      <dgm:t>
        <a:bodyPr/>
        <a:lstStyle/>
        <a:p>
          <a:endParaRPr lang="en-US"/>
        </a:p>
      </dgm:t>
    </dgm:pt>
    <dgm:pt modelId="{2CBFD6BA-6C6C-4D54-9450-D324C5F40F7A}" type="sibTrans" cxnId="{F7FCD846-F2BD-405B-9F74-FF9510DBBAD6}">
      <dgm:prSet/>
      <dgm:spPr/>
      <dgm:t>
        <a:bodyPr/>
        <a:lstStyle/>
        <a:p>
          <a:endParaRPr lang="en-US"/>
        </a:p>
      </dgm:t>
    </dgm:pt>
    <dgm:pt modelId="{CC00236A-3638-4346-833B-3B4520D43131}" type="pres">
      <dgm:prSet presAssocID="{37FF55BE-E346-4A54-B30C-49A32D470FB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0FCE165-E860-458E-B4DA-60DABC1E7217}" type="pres">
      <dgm:prSet presAssocID="{90B703B3-5736-4C7D-A122-E8D6C11FAE0B}" presName="hierRoot1" presStyleCnt="0"/>
      <dgm:spPr/>
    </dgm:pt>
    <dgm:pt modelId="{9CE20D39-4E78-4E6B-88E1-66B848FB666A}" type="pres">
      <dgm:prSet presAssocID="{90B703B3-5736-4C7D-A122-E8D6C11FAE0B}" presName="composite" presStyleCnt="0"/>
      <dgm:spPr/>
    </dgm:pt>
    <dgm:pt modelId="{5D538030-65BB-43F2-B952-341B47940957}" type="pres">
      <dgm:prSet presAssocID="{90B703B3-5736-4C7D-A122-E8D6C11FAE0B}" presName="background" presStyleLbl="node0" presStyleIdx="0" presStyleCnt="3"/>
      <dgm:spPr/>
    </dgm:pt>
    <dgm:pt modelId="{0722371A-A18D-46C1-B34E-E6F726E927A4}" type="pres">
      <dgm:prSet presAssocID="{90B703B3-5736-4C7D-A122-E8D6C11FAE0B}" presName="text" presStyleLbl="fgAcc0" presStyleIdx="0" presStyleCnt="3">
        <dgm:presLayoutVars>
          <dgm:chPref val="3"/>
        </dgm:presLayoutVars>
      </dgm:prSet>
      <dgm:spPr/>
    </dgm:pt>
    <dgm:pt modelId="{48B1E811-81D0-426E-BC54-6E3B02C356DA}" type="pres">
      <dgm:prSet presAssocID="{90B703B3-5736-4C7D-A122-E8D6C11FAE0B}" presName="hierChild2" presStyleCnt="0"/>
      <dgm:spPr/>
    </dgm:pt>
    <dgm:pt modelId="{418C96D9-76D7-45B8-AA7C-D05AABBDB8D7}" type="pres">
      <dgm:prSet presAssocID="{AA75BDB5-2E66-4694-8329-965DD4A33A3C}" presName="hierRoot1" presStyleCnt="0"/>
      <dgm:spPr/>
    </dgm:pt>
    <dgm:pt modelId="{BA774A8C-09FE-4611-BCF9-53DA576A354D}" type="pres">
      <dgm:prSet presAssocID="{AA75BDB5-2E66-4694-8329-965DD4A33A3C}" presName="composite" presStyleCnt="0"/>
      <dgm:spPr/>
    </dgm:pt>
    <dgm:pt modelId="{3E1F0678-6A02-47FF-B2D2-0BF26DA5CAE5}" type="pres">
      <dgm:prSet presAssocID="{AA75BDB5-2E66-4694-8329-965DD4A33A3C}" presName="background" presStyleLbl="node0" presStyleIdx="1" presStyleCnt="3"/>
      <dgm:spPr/>
    </dgm:pt>
    <dgm:pt modelId="{F34D453C-C1BC-4BDB-A879-E017591D00C6}" type="pres">
      <dgm:prSet presAssocID="{AA75BDB5-2E66-4694-8329-965DD4A33A3C}" presName="text" presStyleLbl="fgAcc0" presStyleIdx="1" presStyleCnt="3">
        <dgm:presLayoutVars>
          <dgm:chPref val="3"/>
        </dgm:presLayoutVars>
      </dgm:prSet>
      <dgm:spPr/>
    </dgm:pt>
    <dgm:pt modelId="{A708CD93-6DD0-497E-83AB-84D15EAC5674}" type="pres">
      <dgm:prSet presAssocID="{AA75BDB5-2E66-4694-8329-965DD4A33A3C}" presName="hierChild2" presStyleCnt="0"/>
      <dgm:spPr/>
    </dgm:pt>
    <dgm:pt modelId="{355F80CD-E796-4687-9667-EB038595A68D}" type="pres">
      <dgm:prSet presAssocID="{DD36E027-B24C-4C27-A104-EFCA43FF176D}" presName="hierRoot1" presStyleCnt="0"/>
      <dgm:spPr/>
    </dgm:pt>
    <dgm:pt modelId="{6CBC7D47-1B13-4038-92EA-8DB1DF9D3003}" type="pres">
      <dgm:prSet presAssocID="{DD36E027-B24C-4C27-A104-EFCA43FF176D}" presName="composite" presStyleCnt="0"/>
      <dgm:spPr/>
    </dgm:pt>
    <dgm:pt modelId="{84D60213-EB21-4731-B6BD-B45FBD515965}" type="pres">
      <dgm:prSet presAssocID="{DD36E027-B24C-4C27-A104-EFCA43FF176D}" presName="background" presStyleLbl="node0" presStyleIdx="2" presStyleCnt="3"/>
      <dgm:spPr/>
    </dgm:pt>
    <dgm:pt modelId="{0F03C37C-A953-495B-8955-580515DCCB0B}" type="pres">
      <dgm:prSet presAssocID="{DD36E027-B24C-4C27-A104-EFCA43FF176D}" presName="text" presStyleLbl="fgAcc0" presStyleIdx="2" presStyleCnt="3">
        <dgm:presLayoutVars>
          <dgm:chPref val="3"/>
        </dgm:presLayoutVars>
      </dgm:prSet>
      <dgm:spPr/>
    </dgm:pt>
    <dgm:pt modelId="{7F8850EF-0985-4CC7-85AA-88D4DCF6B7B6}" type="pres">
      <dgm:prSet presAssocID="{DD36E027-B24C-4C27-A104-EFCA43FF176D}" presName="hierChild2" presStyleCnt="0"/>
      <dgm:spPr/>
    </dgm:pt>
  </dgm:ptLst>
  <dgm:cxnLst>
    <dgm:cxn modelId="{C3E2DF02-BB89-4DFA-B8FD-0E762A43C343}" srcId="{37FF55BE-E346-4A54-B30C-49A32D470FB4}" destId="{AA75BDB5-2E66-4694-8329-965DD4A33A3C}" srcOrd="1" destOrd="0" parTransId="{57E005AD-EBC8-413B-9430-AFAE6EF66820}" sibTransId="{6782D61D-7524-4683-9F95-0206C0B03321}"/>
    <dgm:cxn modelId="{B7561005-A9BC-4BD0-BA28-752BBC8C52B1}" srcId="{37FF55BE-E346-4A54-B30C-49A32D470FB4}" destId="{90B703B3-5736-4C7D-A122-E8D6C11FAE0B}" srcOrd="0" destOrd="0" parTransId="{3FE70DCE-1D89-49A5-A6A8-5C199E502349}" sibTransId="{CA93F61D-16F5-4032-B5DF-4D75D284CFE1}"/>
    <dgm:cxn modelId="{2FDB2D10-AFEB-49CD-8DFB-1F8A40EF44A0}" type="presOf" srcId="{90B703B3-5736-4C7D-A122-E8D6C11FAE0B}" destId="{0722371A-A18D-46C1-B34E-E6F726E927A4}" srcOrd="0" destOrd="0" presId="urn:microsoft.com/office/officeart/2005/8/layout/hierarchy1"/>
    <dgm:cxn modelId="{F7FCD846-F2BD-405B-9F74-FF9510DBBAD6}" srcId="{37FF55BE-E346-4A54-B30C-49A32D470FB4}" destId="{DD36E027-B24C-4C27-A104-EFCA43FF176D}" srcOrd="2" destOrd="0" parTransId="{A2CF5636-EBE3-41EA-9C66-00D30A530A9D}" sibTransId="{2CBFD6BA-6C6C-4D54-9450-D324C5F40F7A}"/>
    <dgm:cxn modelId="{F823294D-0C2B-439B-947B-D1954D897EFE}" type="presOf" srcId="{AA75BDB5-2E66-4694-8329-965DD4A33A3C}" destId="{F34D453C-C1BC-4BDB-A879-E017591D00C6}" srcOrd="0" destOrd="0" presId="urn:microsoft.com/office/officeart/2005/8/layout/hierarchy1"/>
    <dgm:cxn modelId="{6BA1267F-7A40-4BA0-98E9-32A2275733A4}" type="presOf" srcId="{DD36E027-B24C-4C27-A104-EFCA43FF176D}" destId="{0F03C37C-A953-495B-8955-580515DCCB0B}" srcOrd="0" destOrd="0" presId="urn:microsoft.com/office/officeart/2005/8/layout/hierarchy1"/>
    <dgm:cxn modelId="{3852CAE5-16DF-40D1-A285-9C83002B6001}" type="presOf" srcId="{37FF55BE-E346-4A54-B30C-49A32D470FB4}" destId="{CC00236A-3638-4346-833B-3B4520D43131}" srcOrd="0" destOrd="0" presId="urn:microsoft.com/office/officeart/2005/8/layout/hierarchy1"/>
    <dgm:cxn modelId="{863BF973-071C-44BF-B6C5-EE1B010FA6BE}" type="presParOf" srcId="{CC00236A-3638-4346-833B-3B4520D43131}" destId="{D0FCE165-E860-458E-B4DA-60DABC1E7217}" srcOrd="0" destOrd="0" presId="urn:microsoft.com/office/officeart/2005/8/layout/hierarchy1"/>
    <dgm:cxn modelId="{F0D6DF40-D6F8-4330-81C7-3CDC769CF822}" type="presParOf" srcId="{D0FCE165-E860-458E-B4DA-60DABC1E7217}" destId="{9CE20D39-4E78-4E6B-88E1-66B848FB666A}" srcOrd="0" destOrd="0" presId="urn:microsoft.com/office/officeart/2005/8/layout/hierarchy1"/>
    <dgm:cxn modelId="{6375E0FF-E13F-4CE1-A3F5-EF08AD9BF2EF}" type="presParOf" srcId="{9CE20D39-4E78-4E6B-88E1-66B848FB666A}" destId="{5D538030-65BB-43F2-B952-341B47940957}" srcOrd="0" destOrd="0" presId="urn:microsoft.com/office/officeart/2005/8/layout/hierarchy1"/>
    <dgm:cxn modelId="{C88EAF0E-4867-4738-A1CC-1FA002353673}" type="presParOf" srcId="{9CE20D39-4E78-4E6B-88E1-66B848FB666A}" destId="{0722371A-A18D-46C1-B34E-E6F726E927A4}" srcOrd="1" destOrd="0" presId="urn:microsoft.com/office/officeart/2005/8/layout/hierarchy1"/>
    <dgm:cxn modelId="{FD7A0519-9A81-4B88-AA19-0D5508CDEC79}" type="presParOf" srcId="{D0FCE165-E860-458E-B4DA-60DABC1E7217}" destId="{48B1E811-81D0-426E-BC54-6E3B02C356DA}" srcOrd="1" destOrd="0" presId="urn:microsoft.com/office/officeart/2005/8/layout/hierarchy1"/>
    <dgm:cxn modelId="{99E5EC2E-7DAD-4DE3-A735-EAE3911E0782}" type="presParOf" srcId="{CC00236A-3638-4346-833B-3B4520D43131}" destId="{418C96D9-76D7-45B8-AA7C-D05AABBDB8D7}" srcOrd="1" destOrd="0" presId="urn:microsoft.com/office/officeart/2005/8/layout/hierarchy1"/>
    <dgm:cxn modelId="{A406C9E6-F6B9-40D9-B245-F07DE3F6C59B}" type="presParOf" srcId="{418C96D9-76D7-45B8-AA7C-D05AABBDB8D7}" destId="{BA774A8C-09FE-4611-BCF9-53DA576A354D}" srcOrd="0" destOrd="0" presId="urn:microsoft.com/office/officeart/2005/8/layout/hierarchy1"/>
    <dgm:cxn modelId="{7802B689-0BFF-43D5-BA06-14A008A65963}" type="presParOf" srcId="{BA774A8C-09FE-4611-BCF9-53DA576A354D}" destId="{3E1F0678-6A02-47FF-B2D2-0BF26DA5CAE5}" srcOrd="0" destOrd="0" presId="urn:microsoft.com/office/officeart/2005/8/layout/hierarchy1"/>
    <dgm:cxn modelId="{0B6AAAF3-5940-461D-BF89-E307FBB4C0AC}" type="presParOf" srcId="{BA774A8C-09FE-4611-BCF9-53DA576A354D}" destId="{F34D453C-C1BC-4BDB-A879-E017591D00C6}" srcOrd="1" destOrd="0" presId="urn:microsoft.com/office/officeart/2005/8/layout/hierarchy1"/>
    <dgm:cxn modelId="{12F42A62-9CC5-494E-9B57-2A73F9AEC2A9}" type="presParOf" srcId="{418C96D9-76D7-45B8-AA7C-D05AABBDB8D7}" destId="{A708CD93-6DD0-497E-83AB-84D15EAC5674}" srcOrd="1" destOrd="0" presId="urn:microsoft.com/office/officeart/2005/8/layout/hierarchy1"/>
    <dgm:cxn modelId="{5752DA3F-35A2-425C-A45E-95DA76E1412A}" type="presParOf" srcId="{CC00236A-3638-4346-833B-3B4520D43131}" destId="{355F80CD-E796-4687-9667-EB038595A68D}" srcOrd="2" destOrd="0" presId="urn:microsoft.com/office/officeart/2005/8/layout/hierarchy1"/>
    <dgm:cxn modelId="{7C54C0E5-0DAA-4B4D-B57A-FE2641E360D2}" type="presParOf" srcId="{355F80CD-E796-4687-9667-EB038595A68D}" destId="{6CBC7D47-1B13-4038-92EA-8DB1DF9D3003}" srcOrd="0" destOrd="0" presId="urn:microsoft.com/office/officeart/2005/8/layout/hierarchy1"/>
    <dgm:cxn modelId="{C62572F0-A82E-414D-8BAB-1ED11FCE1CA2}" type="presParOf" srcId="{6CBC7D47-1B13-4038-92EA-8DB1DF9D3003}" destId="{84D60213-EB21-4731-B6BD-B45FBD515965}" srcOrd="0" destOrd="0" presId="urn:microsoft.com/office/officeart/2005/8/layout/hierarchy1"/>
    <dgm:cxn modelId="{A76BA820-3405-4B5D-BF8B-62EA3AC0645D}" type="presParOf" srcId="{6CBC7D47-1B13-4038-92EA-8DB1DF9D3003}" destId="{0F03C37C-A953-495B-8955-580515DCCB0B}" srcOrd="1" destOrd="0" presId="urn:microsoft.com/office/officeart/2005/8/layout/hierarchy1"/>
    <dgm:cxn modelId="{3A2B6A58-831E-4EE7-9DB6-02B4F457C981}" type="presParOf" srcId="{355F80CD-E796-4687-9667-EB038595A68D}" destId="{7F8850EF-0985-4CC7-85AA-88D4DCF6B7B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2E5A98-E551-439D-B7F6-A3FC86787E65}">
      <dsp:nvSpPr>
        <dsp:cNvPr id="0" name=""/>
        <dsp:cNvSpPr/>
      </dsp:nvSpPr>
      <dsp:spPr>
        <a:xfrm>
          <a:off x="1851818" y="0"/>
          <a:ext cx="4525963" cy="4525963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2C535B-FDA5-434D-877B-9771D8EDA96A}">
      <dsp:nvSpPr>
        <dsp:cNvPr id="0" name=""/>
        <dsp:cNvSpPr/>
      </dsp:nvSpPr>
      <dsp:spPr>
        <a:xfrm>
          <a:off x="2281784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Construction sites are high-risk environments.</a:t>
          </a:r>
        </a:p>
      </dsp:txBody>
      <dsp:txXfrm>
        <a:off x="2367950" y="516132"/>
        <a:ext cx="1592793" cy="1592793"/>
      </dsp:txXfrm>
    </dsp:sp>
    <dsp:sp modelId="{A5746FBF-DD69-4007-ABFE-683D55B7ED35}">
      <dsp:nvSpPr>
        <dsp:cNvPr id="0" name=""/>
        <dsp:cNvSpPr/>
      </dsp:nvSpPr>
      <dsp:spPr>
        <a:xfrm>
          <a:off x="4182689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Helmets are mandatory but often ignored.</a:t>
          </a:r>
        </a:p>
      </dsp:txBody>
      <dsp:txXfrm>
        <a:off x="4268855" y="516132"/>
        <a:ext cx="1592793" cy="1592793"/>
      </dsp:txXfrm>
    </dsp:sp>
    <dsp:sp modelId="{3D1D1831-6398-407D-8702-68663A85FA6F}">
      <dsp:nvSpPr>
        <dsp:cNvPr id="0" name=""/>
        <dsp:cNvSpPr/>
      </dsp:nvSpPr>
      <dsp:spPr>
        <a:xfrm>
          <a:off x="2281784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Hard to monitor all cameras in real time.</a:t>
          </a:r>
        </a:p>
      </dsp:txBody>
      <dsp:txXfrm>
        <a:off x="2367950" y="2417036"/>
        <a:ext cx="1592793" cy="1592793"/>
      </dsp:txXfrm>
    </dsp:sp>
    <dsp:sp modelId="{5157E1B6-9DCA-4333-A44D-0C0F0903E67D}">
      <dsp:nvSpPr>
        <dsp:cNvPr id="0" name=""/>
        <dsp:cNvSpPr/>
      </dsp:nvSpPr>
      <dsp:spPr>
        <a:xfrm>
          <a:off x="4182689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Goal: automatic alerts for unsafe scenes.</a:t>
          </a:r>
        </a:p>
      </dsp:txBody>
      <dsp:txXfrm>
        <a:off x="4268855" y="2417036"/>
        <a:ext cx="1592793" cy="15927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8E0E53-0745-46AA-A20C-CCD4A01921BE}">
      <dsp:nvSpPr>
        <dsp:cNvPr id="0" name=""/>
        <dsp:cNvSpPr/>
      </dsp:nvSpPr>
      <dsp:spPr>
        <a:xfrm>
          <a:off x="2190750" y="0"/>
          <a:ext cx="3733799" cy="3733799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ED134A-A8C5-45A8-BB14-635A59108ACC}">
      <dsp:nvSpPr>
        <dsp:cNvPr id="0" name=""/>
        <dsp:cNvSpPr/>
      </dsp:nvSpPr>
      <dsp:spPr>
        <a:xfrm>
          <a:off x="2545461" y="354710"/>
          <a:ext cx="1456181" cy="145618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Synthetic: ~700 images.</a:t>
          </a:r>
        </a:p>
      </dsp:txBody>
      <dsp:txXfrm>
        <a:off x="2616546" y="425795"/>
        <a:ext cx="1314011" cy="1314011"/>
      </dsp:txXfrm>
    </dsp:sp>
    <dsp:sp modelId="{BE2653E9-7C4C-42FE-B86D-03EF806B8937}">
      <dsp:nvSpPr>
        <dsp:cNvPr id="0" name=""/>
        <dsp:cNvSpPr/>
      </dsp:nvSpPr>
      <dsp:spPr>
        <a:xfrm>
          <a:off x="4113656" y="354710"/>
          <a:ext cx="1456181" cy="145618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Real: 40 safe, 19 unsafe.</a:t>
          </a:r>
        </a:p>
      </dsp:txBody>
      <dsp:txXfrm>
        <a:off x="4184741" y="425795"/>
        <a:ext cx="1314011" cy="1314011"/>
      </dsp:txXfrm>
    </dsp:sp>
    <dsp:sp modelId="{177C2BF1-106D-4D3A-B8CB-8AC25DB61673}">
      <dsp:nvSpPr>
        <dsp:cNvPr id="0" name=""/>
        <dsp:cNvSpPr/>
      </dsp:nvSpPr>
      <dsp:spPr>
        <a:xfrm>
          <a:off x="2545461" y="1922906"/>
          <a:ext cx="1456181" cy="145618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Train: 10 safe, 25 unsafe.</a:t>
          </a:r>
        </a:p>
      </dsp:txBody>
      <dsp:txXfrm>
        <a:off x="2616546" y="1993991"/>
        <a:ext cx="1314011" cy="1314011"/>
      </dsp:txXfrm>
    </dsp:sp>
    <dsp:sp modelId="{CA086F27-FC59-4EBE-93A4-713837E345C2}">
      <dsp:nvSpPr>
        <dsp:cNvPr id="0" name=""/>
        <dsp:cNvSpPr/>
      </dsp:nvSpPr>
      <dsp:spPr>
        <a:xfrm>
          <a:off x="4113656" y="1922906"/>
          <a:ext cx="1456181" cy="145618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Test: 30 safe, 14 unsafe.</a:t>
          </a:r>
        </a:p>
      </dsp:txBody>
      <dsp:txXfrm>
        <a:off x="4184741" y="1993991"/>
        <a:ext cx="1314011" cy="13140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2D0D8F-FCC3-4E33-9E43-1A26DF708072}">
      <dsp:nvSpPr>
        <dsp:cNvPr id="0" name=""/>
        <dsp:cNvSpPr/>
      </dsp:nvSpPr>
      <dsp:spPr>
        <a:xfrm>
          <a:off x="0" y="472576"/>
          <a:ext cx="450158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8302F1-2725-4329-9FEF-30233B412310}">
      <dsp:nvSpPr>
        <dsp:cNvPr id="0" name=""/>
        <dsp:cNvSpPr/>
      </dsp:nvSpPr>
      <dsp:spPr>
        <a:xfrm>
          <a:off x="225079" y="192136"/>
          <a:ext cx="3151107" cy="5608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9104" tIns="0" rIns="119104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ResNet18 and ViT-B/16.</a:t>
          </a:r>
        </a:p>
      </dsp:txBody>
      <dsp:txXfrm>
        <a:off x="252459" y="219516"/>
        <a:ext cx="3096347" cy="506120"/>
      </dsp:txXfrm>
    </dsp:sp>
    <dsp:sp modelId="{F24E5DF8-6432-4DF2-A169-3E69A3B5337A}">
      <dsp:nvSpPr>
        <dsp:cNvPr id="0" name=""/>
        <dsp:cNvSpPr/>
      </dsp:nvSpPr>
      <dsp:spPr>
        <a:xfrm>
          <a:off x="0" y="1334417"/>
          <a:ext cx="450158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671A07-3A8D-46EC-A0D6-69606EA08AA1}">
      <dsp:nvSpPr>
        <dsp:cNvPr id="0" name=""/>
        <dsp:cNvSpPr/>
      </dsp:nvSpPr>
      <dsp:spPr>
        <a:xfrm>
          <a:off x="225079" y="1053976"/>
          <a:ext cx="3151107" cy="5608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9104" tIns="0" rIns="119104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Input size 224x224.</a:t>
          </a:r>
        </a:p>
      </dsp:txBody>
      <dsp:txXfrm>
        <a:off x="252459" y="1081356"/>
        <a:ext cx="3096347" cy="506120"/>
      </dsp:txXfrm>
    </dsp:sp>
    <dsp:sp modelId="{FF1E6D29-E120-4CAD-8009-7AE4367C7D8D}">
      <dsp:nvSpPr>
        <dsp:cNvPr id="0" name=""/>
        <dsp:cNvSpPr/>
      </dsp:nvSpPr>
      <dsp:spPr>
        <a:xfrm>
          <a:off x="0" y="2196257"/>
          <a:ext cx="450158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F29C8B-108E-4717-873C-87501BA3A550}">
      <dsp:nvSpPr>
        <dsp:cNvPr id="0" name=""/>
        <dsp:cNvSpPr/>
      </dsp:nvSpPr>
      <dsp:spPr>
        <a:xfrm>
          <a:off x="225079" y="1915817"/>
          <a:ext cx="3151107" cy="5608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9104" tIns="0" rIns="119104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Adam optimizer, LR=1e-4.</a:t>
          </a:r>
        </a:p>
      </dsp:txBody>
      <dsp:txXfrm>
        <a:off x="252459" y="1943197"/>
        <a:ext cx="3096347" cy="506120"/>
      </dsp:txXfrm>
    </dsp:sp>
    <dsp:sp modelId="{4916FA20-6592-4FD8-955D-40C82EC20854}">
      <dsp:nvSpPr>
        <dsp:cNvPr id="0" name=""/>
        <dsp:cNvSpPr/>
      </dsp:nvSpPr>
      <dsp:spPr>
        <a:xfrm>
          <a:off x="0" y="3058097"/>
          <a:ext cx="450158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3E1781-05CE-4C51-98B2-073598A3C8EE}">
      <dsp:nvSpPr>
        <dsp:cNvPr id="0" name=""/>
        <dsp:cNvSpPr/>
      </dsp:nvSpPr>
      <dsp:spPr>
        <a:xfrm>
          <a:off x="225079" y="2777657"/>
          <a:ext cx="3151107" cy="5608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9104" tIns="0" rIns="119104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augmentation applied.</a:t>
          </a:r>
        </a:p>
      </dsp:txBody>
      <dsp:txXfrm>
        <a:off x="252459" y="2805037"/>
        <a:ext cx="3096347" cy="5061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D36095-7973-453B-83E7-0DA1CF355BC0}">
      <dsp:nvSpPr>
        <dsp:cNvPr id="0" name=""/>
        <dsp:cNvSpPr/>
      </dsp:nvSpPr>
      <dsp:spPr>
        <a:xfrm>
          <a:off x="995712" y="1235"/>
          <a:ext cx="857812" cy="857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C9BCB7-4D6C-475E-BE20-A538DCF29EF0}">
      <dsp:nvSpPr>
        <dsp:cNvPr id="0" name=""/>
        <dsp:cNvSpPr/>
      </dsp:nvSpPr>
      <dsp:spPr>
        <a:xfrm>
          <a:off x="1178525" y="184048"/>
          <a:ext cx="492187" cy="49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0F139B-A838-4063-A89C-6036723061E5}">
      <dsp:nvSpPr>
        <dsp:cNvPr id="0" name=""/>
        <dsp:cNvSpPr/>
      </dsp:nvSpPr>
      <dsp:spPr>
        <a:xfrm>
          <a:off x="721494" y="1126235"/>
          <a:ext cx="1406250" cy="56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Synthetic only.</a:t>
          </a:r>
        </a:p>
      </dsp:txBody>
      <dsp:txXfrm>
        <a:off x="721494" y="1126235"/>
        <a:ext cx="1406250" cy="562500"/>
      </dsp:txXfrm>
    </dsp:sp>
    <dsp:sp modelId="{5F3B96A0-F2F9-4A1A-AD98-FC379E308859}">
      <dsp:nvSpPr>
        <dsp:cNvPr id="0" name=""/>
        <dsp:cNvSpPr/>
      </dsp:nvSpPr>
      <dsp:spPr>
        <a:xfrm>
          <a:off x="2648056" y="1235"/>
          <a:ext cx="857812" cy="857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352BBA-DA6B-4019-98F3-D3B7239194F2}">
      <dsp:nvSpPr>
        <dsp:cNvPr id="0" name=""/>
        <dsp:cNvSpPr/>
      </dsp:nvSpPr>
      <dsp:spPr>
        <a:xfrm>
          <a:off x="2830869" y="184048"/>
          <a:ext cx="492187" cy="49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FDC96F-C073-4BF9-B110-67E93F539ED1}">
      <dsp:nvSpPr>
        <dsp:cNvPr id="0" name=""/>
        <dsp:cNvSpPr/>
      </dsp:nvSpPr>
      <dsp:spPr>
        <a:xfrm>
          <a:off x="2373837" y="1126235"/>
          <a:ext cx="1406250" cy="56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Synth + few real.</a:t>
          </a:r>
        </a:p>
      </dsp:txBody>
      <dsp:txXfrm>
        <a:off x="2373837" y="1126235"/>
        <a:ext cx="1406250" cy="562500"/>
      </dsp:txXfrm>
    </dsp:sp>
    <dsp:sp modelId="{7EFC0A08-0C08-444C-B0B2-DBDC5A859B8C}">
      <dsp:nvSpPr>
        <dsp:cNvPr id="0" name=""/>
        <dsp:cNvSpPr/>
      </dsp:nvSpPr>
      <dsp:spPr>
        <a:xfrm>
          <a:off x="995712" y="2040298"/>
          <a:ext cx="857812" cy="857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3A054-680D-4660-977E-0065887EDE50}">
      <dsp:nvSpPr>
        <dsp:cNvPr id="0" name=""/>
        <dsp:cNvSpPr/>
      </dsp:nvSpPr>
      <dsp:spPr>
        <a:xfrm>
          <a:off x="1178525" y="2223110"/>
          <a:ext cx="492187" cy="49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3120F6-5B19-4F8D-B5EB-5640702574AE}">
      <dsp:nvSpPr>
        <dsp:cNvPr id="0" name=""/>
        <dsp:cNvSpPr/>
      </dsp:nvSpPr>
      <dsp:spPr>
        <a:xfrm>
          <a:off x="721494" y="3165298"/>
          <a:ext cx="1406250" cy="56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Synth + real with oversampling.</a:t>
          </a:r>
        </a:p>
      </dsp:txBody>
      <dsp:txXfrm>
        <a:off x="721494" y="3165298"/>
        <a:ext cx="1406250" cy="562500"/>
      </dsp:txXfrm>
    </dsp:sp>
    <dsp:sp modelId="{80E63BEE-4C9E-4F16-83CF-92D8F8539E1F}">
      <dsp:nvSpPr>
        <dsp:cNvPr id="0" name=""/>
        <dsp:cNvSpPr/>
      </dsp:nvSpPr>
      <dsp:spPr>
        <a:xfrm>
          <a:off x="2648056" y="2040298"/>
          <a:ext cx="857812" cy="857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823D94-0693-4B68-86AE-53479F49F944}">
      <dsp:nvSpPr>
        <dsp:cNvPr id="0" name=""/>
        <dsp:cNvSpPr/>
      </dsp:nvSpPr>
      <dsp:spPr>
        <a:xfrm>
          <a:off x="2830869" y="2223110"/>
          <a:ext cx="492187" cy="4921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1B34DC-F5F1-4517-ADD0-DCF328601187}">
      <dsp:nvSpPr>
        <dsp:cNvPr id="0" name=""/>
        <dsp:cNvSpPr/>
      </dsp:nvSpPr>
      <dsp:spPr>
        <a:xfrm>
          <a:off x="2373837" y="3165298"/>
          <a:ext cx="1406250" cy="56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ViT with synth + real.</a:t>
          </a:r>
        </a:p>
      </dsp:txBody>
      <dsp:txXfrm>
        <a:off x="2373837" y="3165298"/>
        <a:ext cx="1406250" cy="5625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E0A9D6-FA5D-4B22-99E3-09183467BC03}">
      <dsp:nvSpPr>
        <dsp:cNvPr id="0" name=""/>
        <dsp:cNvSpPr/>
      </dsp:nvSpPr>
      <dsp:spPr>
        <a:xfrm>
          <a:off x="0" y="1261759"/>
          <a:ext cx="500012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3FFD54-24FC-44B9-8E18-23BC6E4A5B1A}">
      <dsp:nvSpPr>
        <dsp:cNvPr id="0" name=""/>
        <dsp:cNvSpPr/>
      </dsp:nvSpPr>
      <dsp:spPr>
        <a:xfrm>
          <a:off x="250006" y="966559"/>
          <a:ext cx="3500086" cy="590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Domain gap exists.</a:t>
          </a:r>
        </a:p>
      </dsp:txBody>
      <dsp:txXfrm>
        <a:off x="278827" y="995380"/>
        <a:ext cx="3442444" cy="532758"/>
      </dsp:txXfrm>
    </dsp:sp>
    <dsp:sp modelId="{D418D62C-C51B-49EC-B2F3-40A064AF024C}">
      <dsp:nvSpPr>
        <dsp:cNvPr id="0" name=""/>
        <dsp:cNvSpPr/>
      </dsp:nvSpPr>
      <dsp:spPr>
        <a:xfrm>
          <a:off x="0" y="2168960"/>
          <a:ext cx="500012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2351B6-4209-4FBD-BEAD-8450032401B4}">
      <dsp:nvSpPr>
        <dsp:cNvPr id="0" name=""/>
        <dsp:cNvSpPr/>
      </dsp:nvSpPr>
      <dsp:spPr>
        <a:xfrm>
          <a:off x="250006" y="1873759"/>
          <a:ext cx="3500086" cy="590400"/>
        </a:xfrm>
        <a:prstGeom prst="round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Small real dataset.</a:t>
          </a:r>
        </a:p>
      </dsp:txBody>
      <dsp:txXfrm>
        <a:off x="278827" y="1902580"/>
        <a:ext cx="3442444" cy="532758"/>
      </dsp:txXfrm>
    </dsp:sp>
    <dsp:sp modelId="{2BBF1D53-2BBF-44D7-BC2D-30C38E9487E8}">
      <dsp:nvSpPr>
        <dsp:cNvPr id="0" name=""/>
        <dsp:cNvSpPr/>
      </dsp:nvSpPr>
      <dsp:spPr>
        <a:xfrm>
          <a:off x="0" y="3076160"/>
          <a:ext cx="500012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4A02F9-11A2-406B-A3E9-4BFA5561BF4A}">
      <dsp:nvSpPr>
        <dsp:cNvPr id="0" name=""/>
        <dsp:cNvSpPr/>
      </dsp:nvSpPr>
      <dsp:spPr>
        <a:xfrm>
          <a:off x="250006" y="2780960"/>
          <a:ext cx="3500086" cy="590400"/>
        </a:xfrm>
        <a:prstGeom prst="round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Scene-level only.</a:t>
          </a:r>
        </a:p>
      </dsp:txBody>
      <dsp:txXfrm>
        <a:off x="278827" y="2809781"/>
        <a:ext cx="3442444" cy="532758"/>
      </dsp:txXfrm>
    </dsp:sp>
    <dsp:sp modelId="{952BCBE5-1FDC-412B-B3F5-CAAF059D3D7E}">
      <dsp:nvSpPr>
        <dsp:cNvPr id="0" name=""/>
        <dsp:cNvSpPr/>
      </dsp:nvSpPr>
      <dsp:spPr>
        <a:xfrm>
          <a:off x="0" y="3983360"/>
          <a:ext cx="500012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C2A1BF-3A24-485A-97B4-CEE9EB5197FF}">
      <dsp:nvSpPr>
        <dsp:cNvPr id="0" name=""/>
        <dsp:cNvSpPr/>
      </dsp:nvSpPr>
      <dsp:spPr>
        <a:xfrm>
          <a:off x="250006" y="3688160"/>
          <a:ext cx="3500086" cy="59040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Trade-off between FP and FN.</a:t>
          </a:r>
        </a:p>
      </dsp:txBody>
      <dsp:txXfrm>
        <a:off x="278827" y="3716981"/>
        <a:ext cx="3442444" cy="5327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538030-65BB-43F2-B952-341B47940957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22371A-A18D-46C1-B34E-E6F726E927A4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Synthetic data helps bootstrap.</a:t>
          </a:r>
        </a:p>
      </dsp:txBody>
      <dsp:txXfrm>
        <a:off x="283960" y="1066136"/>
        <a:ext cx="2107770" cy="1308711"/>
      </dsp:txXfrm>
    </dsp:sp>
    <dsp:sp modelId="{3E1F0678-6A02-47FF-B2D2-0BF26DA5CAE5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4D453C-C1BC-4BDB-A879-E017591D00C6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Real data is essential.</a:t>
          </a:r>
        </a:p>
      </dsp:txBody>
      <dsp:txXfrm>
        <a:off x="2959652" y="1066136"/>
        <a:ext cx="2107770" cy="1308711"/>
      </dsp:txXfrm>
    </dsp:sp>
    <dsp:sp modelId="{84D60213-EB21-4731-B6BD-B45FBD515965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03C37C-A953-495B-8955-580515DCCB0B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Future: object detection, domain adaptation.</a:t>
          </a:r>
        </a:p>
      </dsp:txBody>
      <dsp:txXfrm>
        <a:off x="5635343" y="1066136"/>
        <a:ext cx="2107770" cy="13087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/>
              <a:t>HelmetGuard: Safety Classification of Construction Site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 dirty="0"/>
              <a:t>Combining synthetic and real data for helmet usage detection</a:t>
            </a:r>
          </a:p>
          <a:p>
            <a:endParaRPr lang="en-US" sz="1700" dirty="0"/>
          </a:p>
          <a:p>
            <a:r>
              <a:rPr lang="en-US" sz="1700" dirty="0"/>
              <a:t>Students:  Dan Koenkas , Nadav </a:t>
            </a:r>
            <a:r>
              <a:rPr lang="en-US" sz="1700" dirty="0" err="1"/>
              <a:t>Golche</a:t>
            </a:r>
            <a:r>
              <a:rPr lang="en-US" sz="1700" dirty="0"/>
              <a:t> </a:t>
            </a:r>
            <a:r>
              <a:rPr lang="en-US" sz="1700" dirty="0" err="1"/>
              <a:t>Faragian</a:t>
            </a:r>
            <a:endParaRPr lang="en-US" sz="1700" dirty="0"/>
          </a:p>
          <a:p>
            <a:r>
              <a:rPr lang="en-US" sz="1700" dirty="0"/>
              <a:t>Course: Generative AI for Computer Vision</a:t>
            </a:r>
          </a:p>
        </p:txBody>
      </p:sp>
      <p:pic>
        <p:nvPicPr>
          <p:cNvPr id="5" name="Picture 4" descr="כלי עבודה בבנייה">
            <a:extLst>
              <a:ext uri="{FF2B5EF4-FFF2-40B4-BE49-F238E27FC236}">
                <a16:creationId xmlns:a16="http://schemas.microsoft.com/office/drawing/2014/main" id="{47BEB96C-11D1-2C60-9CAC-C028810741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006" r="24444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90"/>
            <a:ext cx="9143999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96" y="307447"/>
            <a:ext cx="8020413" cy="1109932"/>
          </a:xfrm>
        </p:spPr>
        <p:txBody>
          <a:bodyPr>
            <a:normAutofit/>
          </a:bodyPr>
          <a:lstStyle/>
          <a:p>
            <a:r>
              <a:rPr lang="en-US" sz="3500"/>
              <a:t>System Overview</a:t>
            </a:r>
          </a:p>
        </p:txBody>
      </p:sp>
      <p:pic>
        <p:nvPicPr>
          <p:cNvPr id="5" name="תמונה 4" descr="תמונה שמכילה טקסט, צילום מסך, גופן, מלב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49A4B93-359D-F22B-40CB-CD0E5092C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91" y="2792582"/>
            <a:ext cx="4353716" cy="290610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2881" y="2357888"/>
            <a:ext cx="3199028" cy="3902635"/>
          </a:xfrm>
        </p:spPr>
        <p:txBody>
          <a:bodyPr anchor="ctr">
            <a:normAutofit/>
          </a:bodyPr>
          <a:lstStyle/>
          <a:p>
            <a:r>
              <a:rPr lang="en-US" sz="1700"/>
              <a:t>Input: single image from a construction site camera.</a:t>
            </a:r>
          </a:p>
          <a:p>
            <a:r>
              <a:rPr lang="en-US" sz="1700"/>
              <a:t>Output: safe or unsafe based on helmet usage.</a:t>
            </a:r>
          </a:p>
          <a:p>
            <a:r>
              <a:rPr lang="en-US" sz="1700"/>
              <a:t>Training: synthetic + real images.</a:t>
            </a:r>
          </a:p>
          <a:p>
            <a:r>
              <a:rPr lang="en-US" sz="1700"/>
              <a:t>Models: ResNet18, ViT-B/16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FBE2EA-6AE8-8A23-6F20-286929D690B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Binary image classification.</a:t>
            </a:r>
          </a:p>
          <a:p>
            <a:r>
              <a:rPr lang="en-US" sz="1700"/>
              <a:t>Input: RGB image.</a:t>
            </a:r>
          </a:p>
          <a:p>
            <a:r>
              <a:rPr lang="en-US" sz="1700"/>
              <a:t>Output: safe / unsafe.</a:t>
            </a:r>
          </a:p>
          <a:p>
            <a:r>
              <a:rPr lang="en-US" sz="1700"/>
              <a:t>Scene-level only, no localization.</a:t>
            </a:r>
          </a:p>
        </p:txBody>
      </p:sp>
      <p:pic>
        <p:nvPicPr>
          <p:cNvPr id="5" name="Picture 4" descr="רקע חלונות תלת-ממדי של מחשב">
            <a:extLst>
              <a:ext uri="{FF2B5EF4-FFF2-40B4-BE49-F238E27FC236}">
                <a16:creationId xmlns:a16="http://schemas.microsoft.com/office/drawing/2014/main" id="{C5491BC0-7077-5A6B-B775-B29F931DC8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35" r="4452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US" sz="3500"/>
              <a:t>Dataset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A4DACE-B4B5-64A9-FC31-D557461824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6294141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45810"/>
            <a:ext cx="3840421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Synthetic Data Generation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3819146" cy="4351338"/>
          </a:xfrm>
        </p:spPr>
        <p:txBody>
          <a:bodyPr>
            <a:normAutofit/>
          </a:bodyPr>
          <a:lstStyle/>
          <a:p>
            <a:r>
              <a:t>Stable Diffusion in Google Colab.</a:t>
            </a:r>
          </a:p>
          <a:p>
            <a:r>
              <a:t>Controlled prompts.</a:t>
            </a:r>
          </a:p>
          <a:p>
            <a:r>
              <a:t>Negative prompts to reduce artifacts.</a:t>
            </a:r>
          </a:p>
          <a:p>
            <a:r>
              <a:t>Manual cleaning and labeling.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5426" y="1364732"/>
            <a:ext cx="710616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תמונה 4" descr="תמונה שמכילה לבוש, אדם, עובד צווארון כחול, פועל בניי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3718EED-11E4-7BCB-44D3-7F4C52EA02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85" r="3" b="3"/>
          <a:stretch>
            <a:fillRect/>
          </a:stretch>
        </p:blipFill>
        <p:spPr>
          <a:xfrm>
            <a:off x="5925944" y="2727729"/>
            <a:ext cx="3218056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16" name="Arc 15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4022954" y="-170491"/>
            <a:ext cx="4021193" cy="3015895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תמונה 6" descr="תמונה שמכילה לבוש, עובד צווארון כחול, אדם, בחוץ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68AC907-B598-AEEA-03F0-C2F6E9B778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251" b="3"/>
          <a:stretch>
            <a:fillRect/>
          </a:stretch>
        </p:blipFill>
        <p:spPr>
          <a:xfrm>
            <a:off x="4696205" y="1"/>
            <a:ext cx="2639484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31BF440-39FA-4087-84CC-2EEC0BBDA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תמונה 6" descr="תמונה שמכילה לבוש, אדם, קסדה, כובע קש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9ACE9DA-4EAA-A8DD-A356-242AAD05A2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54" r="2" b="2"/>
          <a:stretch>
            <a:fillRect/>
          </a:stretch>
        </p:blipFill>
        <p:spPr>
          <a:xfrm>
            <a:off x="3662268" y="10"/>
            <a:ext cx="5481732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</p:spPr>
      </p:pic>
      <p:pic>
        <p:nvPicPr>
          <p:cNvPr id="5" name="תמונה 4" descr="תמונה שמכילה לבוש, בחוץ, אדם, איש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575C942-F673-5315-8EAE-0B694886DA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35" r="-2" b="-2"/>
          <a:stretch>
            <a:fillRect/>
          </a:stretch>
        </p:blipFill>
        <p:spPr>
          <a:xfrm>
            <a:off x="3662268" y="3493008"/>
            <a:ext cx="5481732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</p:spPr>
      </p:pic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F04E4CBA-303B-48BD-8451-C2701CB0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F6CA58B3-AFCC-4A40-9882-50D50808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65499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042" y="859536"/>
            <a:ext cx="3624601" cy="1243584"/>
          </a:xfrm>
        </p:spPr>
        <p:txBody>
          <a:bodyPr>
            <a:normAutofit/>
          </a:bodyPr>
          <a:lstStyle/>
          <a:p>
            <a:r>
              <a:rPr lang="en-US" sz="3000"/>
              <a:t>Real Data Examples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158" y="2194560"/>
            <a:ext cx="3669030" cy="18288"/>
          </a:xfrm>
          <a:prstGeom prst="rect">
            <a:avLst/>
          </a:prstGeom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00AE6B-AA30-4CF8-BA6F-339B780AD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158" y="2194560"/>
            <a:ext cx="36690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042" y="2512611"/>
            <a:ext cx="3624602" cy="3664351"/>
          </a:xfrm>
        </p:spPr>
        <p:txBody>
          <a:bodyPr>
            <a:normAutofit/>
          </a:bodyPr>
          <a:lstStyle/>
          <a:p>
            <a:r>
              <a:rPr lang="en-US" sz="1700"/>
              <a:t>Collected from public web sources.</a:t>
            </a:r>
          </a:p>
          <a:p>
            <a:r>
              <a:rPr lang="en-US" sz="1700"/>
              <a:t>More cluttered and diverse.</a:t>
            </a:r>
          </a:p>
          <a:p>
            <a:r>
              <a:rPr lang="en-US" sz="1700"/>
              <a:t>Errors when workers are small or occluded.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509" y="723898"/>
            <a:ext cx="4501582" cy="1495425"/>
          </a:xfrm>
        </p:spPr>
        <p:txBody>
          <a:bodyPr>
            <a:normAutofit/>
          </a:bodyPr>
          <a:lstStyle/>
          <a:p>
            <a:r>
              <a:rPr lang="en-US" sz="3500"/>
              <a:t>Models &amp; Training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73FC8C-D2EE-D897-A32F-22C2B5B088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727" r="27827" b="-1"/>
          <a:stretch>
            <a:fillRect/>
          </a:stretch>
        </p:blipFill>
        <p:spPr>
          <a:xfrm>
            <a:off x="5399580" y="10"/>
            <a:ext cx="3744420" cy="6857990"/>
          </a:xfrm>
          <a:prstGeom prst="rect">
            <a:avLst/>
          </a:prstGeom>
          <a:effectLst/>
        </p:spPr>
      </p:pic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1EC6221A-BD31-AB4B-4075-E28EB51D48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3318147"/>
              </p:ext>
            </p:extLst>
          </p:nvPr>
        </p:nvGraphicFramePr>
        <p:xfrm>
          <a:off x="627510" y="2405067"/>
          <a:ext cx="4501582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509" y="723898"/>
            <a:ext cx="4501582" cy="1495425"/>
          </a:xfrm>
        </p:spPr>
        <p:txBody>
          <a:bodyPr>
            <a:normAutofit/>
          </a:bodyPr>
          <a:lstStyle/>
          <a:p>
            <a:r>
              <a:rPr lang="en-US" sz="3500"/>
              <a:t>Experiments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A1BA67-C6E6-A82F-ED85-14997DD17E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370" r="7185" b="-1"/>
          <a:stretch>
            <a:fillRect/>
          </a:stretch>
        </p:blipFill>
        <p:spPr>
          <a:xfrm>
            <a:off x="5399580" y="10"/>
            <a:ext cx="3744420" cy="6857990"/>
          </a:xfrm>
          <a:prstGeom prst="rect">
            <a:avLst/>
          </a:prstGeom>
          <a:effectLst/>
        </p:spPr>
      </p:pic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5879A143-5972-2A0B-D6A4-B2A723D48B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2997322"/>
              </p:ext>
            </p:extLst>
          </p:nvPr>
        </p:nvGraphicFramePr>
        <p:xfrm>
          <a:off x="627510" y="2405067"/>
          <a:ext cx="4501582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US" sz="2800"/>
              <a:t>Quantitative Results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anchor="ctr">
            <a:normAutofit/>
          </a:bodyPr>
          <a:lstStyle/>
          <a:p>
            <a:r>
              <a:rPr lang="en-US" sz="1600"/>
              <a:t>Synthetic only performs poorly on real data.</a:t>
            </a:r>
          </a:p>
          <a:p>
            <a:r>
              <a:rPr lang="en-US" sz="1600"/>
              <a:t>Adding real images improves accuracy.</a:t>
            </a:r>
          </a:p>
          <a:p>
            <a:r>
              <a:rPr lang="en-US" sz="1600"/>
              <a:t>ViT gives best trade-off.</a:t>
            </a:r>
          </a:p>
        </p:txBody>
      </p:sp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B1B3A7A0-4977-6849-EFB4-3F4D758E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660775"/>
              </p:ext>
            </p:extLst>
          </p:nvPr>
        </p:nvGraphicFramePr>
        <p:xfrm>
          <a:off x="418334" y="3306654"/>
          <a:ext cx="8373622" cy="233867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406782">
                  <a:extLst>
                    <a:ext uri="{9D8B030D-6E8A-4147-A177-3AD203B41FA5}">
                      <a16:colId xmlns:a16="http://schemas.microsoft.com/office/drawing/2014/main" val="1606785287"/>
                    </a:ext>
                  </a:extLst>
                </a:gridCol>
                <a:gridCol w="1406782">
                  <a:extLst>
                    <a:ext uri="{9D8B030D-6E8A-4147-A177-3AD203B41FA5}">
                      <a16:colId xmlns:a16="http://schemas.microsoft.com/office/drawing/2014/main" val="2922279298"/>
                    </a:ext>
                  </a:extLst>
                </a:gridCol>
                <a:gridCol w="1406782">
                  <a:extLst>
                    <a:ext uri="{9D8B030D-6E8A-4147-A177-3AD203B41FA5}">
                      <a16:colId xmlns:a16="http://schemas.microsoft.com/office/drawing/2014/main" val="3747160404"/>
                    </a:ext>
                  </a:extLst>
                </a:gridCol>
                <a:gridCol w="1474499">
                  <a:extLst>
                    <a:ext uri="{9D8B030D-6E8A-4147-A177-3AD203B41FA5}">
                      <a16:colId xmlns:a16="http://schemas.microsoft.com/office/drawing/2014/main" val="395218911"/>
                    </a:ext>
                  </a:extLst>
                </a:gridCol>
                <a:gridCol w="1419090">
                  <a:extLst>
                    <a:ext uri="{9D8B030D-6E8A-4147-A177-3AD203B41FA5}">
                      <a16:colId xmlns:a16="http://schemas.microsoft.com/office/drawing/2014/main" val="3143421027"/>
                    </a:ext>
                  </a:extLst>
                </a:gridCol>
                <a:gridCol w="1259687">
                  <a:extLst>
                    <a:ext uri="{9D8B030D-6E8A-4147-A177-3AD203B41FA5}">
                      <a16:colId xmlns:a16="http://schemas.microsoft.com/office/drawing/2014/main" val="3342166799"/>
                    </a:ext>
                  </a:extLst>
                </a:gridCol>
              </a:tblGrid>
              <a:tr h="300443">
                <a:tc>
                  <a:txBody>
                    <a:bodyPr/>
                    <a:lstStyle/>
                    <a:p>
                      <a:pPr rtl="1"/>
                      <a:r>
                        <a:rPr lang="en-US" sz="13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Unsafe acc</a:t>
                      </a:r>
                      <a:endParaRPr lang="he-IL" sz="1300"/>
                    </a:p>
                  </a:txBody>
                  <a:tcPr marL="68282" marR="68282" marT="34141" marB="341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3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Safe acc</a:t>
                      </a:r>
                      <a:endParaRPr lang="he-IL" sz="1300"/>
                    </a:p>
                  </a:txBody>
                  <a:tcPr marL="68282" marR="68282" marT="34141" marB="341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3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 acc</a:t>
                      </a:r>
                      <a:endParaRPr lang="he-IL" sz="1300"/>
                    </a:p>
                  </a:txBody>
                  <a:tcPr marL="68282" marR="68282" marT="34141" marB="341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3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 data</a:t>
                      </a:r>
                      <a:endParaRPr lang="he-IL" sz="1300"/>
                    </a:p>
                  </a:txBody>
                  <a:tcPr marL="68282" marR="68282" marT="34141" marB="341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3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</a:t>
                      </a:r>
                      <a:endParaRPr lang="he-IL" sz="1300"/>
                    </a:p>
                  </a:txBody>
                  <a:tcPr marL="68282" marR="68282" marT="34141" marB="341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3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</a:t>
                      </a:r>
                      <a:endParaRPr lang="he-IL" sz="1300"/>
                    </a:p>
                  </a:txBody>
                  <a:tcPr marL="68282" marR="68282" marT="34141" marB="34141"/>
                </a:tc>
                <a:extLst>
                  <a:ext uri="{0D108BD9-81ED-4DB2-BD59-A6C34878D82A}">
                    <a16:rowId xmlns:a16="http://schemas.microsoft.com/office/drawing/2014/main" val="598133063"/>
                  </a:ext>
                </a:extLst>
              </a:tr>
              <a:tr h="31751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he-IL" sz="1300">
                          <a:effectLst/>
                        </a:rPr>
                        <a:t>31.5%</a:t>
                      </a:r>
                    </a:p>
                  </a:txBody>
                  <a:tcPr marL="92466" marR="92466" marT="42676" marB="4267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he-IL" sz="1300">
                          <a:effectLst/>
                        </a:rPr>
                        <a:t>12.5%</a:t>
                      </a:r>
                    </a:p>
                  </a:txBody>
                  <a:tcPr marL="92466" marR="92466" marT="42676" marB="4267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he-IL" sz="1300">
                          <a:effectLst/>
                        </a:rPr>
                        <a:t>85.7%</a:t>
                      </a:r>
                    </a:p>
                  </a:txBody>
                  <a:tcPr marL="92466" marR="92466" marT="42676" marB="42676" anchor="ctr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3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Synthetic only</a:t>
                      </a:r>
                      <a:endParaRPr lang="he-IL" sz="1300"/>
                    </a:p>
                  </a:txBody>
                  <a:tcPr marL="68282" marR="68282" marT="34141" marB="341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3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ResNet18</a:t>
                      </a:r>
                      <a:endParaRPr lang="he-IL" sz="1300"/>
                    </a:p>
                  </a:txBody>
                  <a:tcPr marL="68282" marR="68282" marT="34141" marB="341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300"/>
                        <a:t>1</a:t>
                      </a:r>
                      <a:endParaRPr lang="he-IL" sz="1300"/>
                    </a:p>
                  </a:txBody>
                  <a:tcPr marL="68282" marR="68282" marT="34141" marB="34141"/>
                </a:tc>
                <a:extLst>
                  <a:ext uri="{0D108BD9-81ED-4DB2-BD59-A6C34878D82A}">
                    <a16:rowId xmlns:a16="http://schemas.microsoft.com/office/drawing/2014/main" val="2359723781"/>
                  </a:ext>
                </a:extLst>
              </a:tr>
              <a:tr h="71013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he-IL" sz="1300">
                          <a:effectLst/>
                        </a:rPr>
                        <a:t>63.6%</a:t>
                      </a:r>
                    </a:p>
                  </a:txBody>
                  <a:tcPr marL="92466" marR="92466" marT="42676" marB="4267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he-IL" sz="1300">
                          <a:effectLst/>
                        </a:rPr>
                        <a:t>76.7%</a:t>
                      </a:r>
                    </a:p>
                  </a:txBody>
                  <a:tcPr marL="92466" marR="92466" marT="42676" marB="4267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he-IL" sz="1300">
                          <a:effectLst/>
                        </a:rPr>
                        <a:t>35.7%</a:t>
                      </a:r>
                    </a:p>
                  </a:txBody>
                  <a:tcPr marL="92466" marR="92466" marT="42676" marB="42676" anchor="ctr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3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Synth + few real (10 safe, 5 unsafe)</a:t>
                      </a:r>
                      <a:endParaRPr lang="he-IL" sz="1300"/>
                    </a:p>
                  </a:txBody>
                  <a:tcPr marL="68282" marR="68282" marT="34141" marB="341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3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ResNet18</a:t>
                      </a:r>
                      <a:endParaRPr lang="he-IL" sz="1300"/>
                    </a:p>
                  </a:txBody>
                  <a:tcPr marL="68282" marR="68282" marT="34141" marB="341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300"/>
                        <a:t>2</a:t>
                      </a:r>
                      <a:endParaRPr lang="he-IL" sz="1300"/>
                    </a:p>
                  </a:txBody>
                  <a:tcPr marL="68282" marR="68282" marT="34141" marB="34141"/>
                </a:tc>
                <a:extLst>
                  <a:ext uri="{0D108BD9-81ED-4DB2-BD59-A6C34878D82A}">
                    <a16:rowId xmlns:a16="http://schemas.microsoft.com/office/drawing/2014/main" val="1036209834"/>
                  </a:ext>
                </a:extLst>
              </a:tr>
              <a:tr h="50528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he-IL" sz="1300">
                          <a:effectLst/>
                        </a:rPr>
                        <a:t>52.3%</a:t>
                      </a:r>
                    </a:p>
                  </a:txBody>
                  <a:tcPr marL="92466" marR="92466" marT="42676" marB="4267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he-IL" sz="1300">
                          <a:effectLst/>
                        </a:rPr>
                        <a:t>56.7%</a:t>
                      </a:r>
                    </a:p>
                  </a:txBody>
                  <a:tcPr marL="92466" marR="92466" marT="42676" marB="4267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he-IL" sz="1300">
                          <a:effectLst/>
                        </a:rPr>
                        <a:t>42.9%</a:t>
                      </a:r>
                    </a:p>
                  </a:txBody>
                  <a:tcPr marL="92466" marR="92466" marT="42676" marB="42676" anchor="ctr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3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Synth + real (10 safe, 25 unsafe)</a:t>
                      </a:r>
                      <a:endParaRPr lang="he-IL" sz="1300"/>
                    </a:p>
                  </a:txBody>
                  <a:tcPr marL="68282" marR="68282" marT="34141" marB="341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3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ResNet18</a:t>
                      </a:r>
                      <a:endParaRPr lang="he-IL" sz="1300"/>
                    </a:p>
                  </a:txBody>
                  <a:tcPr marL="68282" marR="68282" marT="34141" marB="341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300"/>
                        <a:t>3</a:t>
                      </a:r>
                      <a:endParaRPr lang="he-IL" sz="1300"/>
                    </a:p>
                  </a:txBody>
                  <a:tcPr marL="68282" marR="68282" marT="34141" marB="34141"/>
                </a:tc>
                <a:extLst>
                  <a:ext uri="{0D108BD9-81ED-4DB2-BD59-A6C34878D82A}">
                    <a16:rowId xmlns:a16="http://schemas.microsoft.com/office/drawing/2014/main" val="78800450"/>
                  </a:ext>
                </a:extLst>
              </a:tr>
              <a:tr h="50528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he-IL" sz="1300">
                          <a:effectLst/>
                        </a:rPr>
                        <a:t>63.6%</a:t>
                      </a:r>
                    </a:p>
                  </a:txBody>
                  <a:tcPr marL="92466" marR="92466" marT="42676" marB="4267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he-IL" sz="1300">
                          <a:effectLst/>
                        </a:rPr>
                        <a:t>73.3%</a:t>
                      </a:r>
                    </a:p>
                  </a:txBody>
                  <a:tcPr marL="92466" marR="92466" marT="42676" marB="4267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he-IL" sz="1300" dirty="0">
                          <a:effectLst/>
                        </a:rPr>
                        <a:t>42.9%</a:t>
                      </a:r>
                    </a:p>
                  </a:txBody>
                  <a:tcPr marL="92466" marR="92466" marT="42676" marB="42676" anchor="ctr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3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Synth + real (10 safe, 25 unsafe)</a:t>
                      </a:r>
                      <a:endParaRPr lang="he-IL" sz="1300"/>
                    </a:p>
                  </a:txBody>
                  <a:tcPr marL="68282" marR="68282" marT="34141" marB="341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3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ViT-B/16</a:t>
                      </a:r>
                      <a:endParaRPr lang="he-IL" sz="1300"/>
                    </a:p>
                  </a:txBody>
                  <a:tcPr marL="68282" marR="68282" marT="34141" marB="341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300"/>
                        <a:t>4</a:t>
                      </a:r>
                      <a:endParaRPr lang="he-IL" sz="1300"/>
                    </a:p>
                  </a:txBody>
                  <a:tcPr marL="68282" marR="68282" marT="34141" marB="34141"/>
                </a:tc>
                <a:extLst>
                  <a:ext uri="{0D108BD9-81ED-4DB2-BD59-A6C34878D82A}">
                    <a16:rowId xmlns:a16="http://schemas.microsoft.com/office/drawing/2014/main" val="13295855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Discussion &amp; Limitations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A2C044-18E6-F8DF-8D2F-B1063653EC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785529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Conclusion &amp; Future Work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6B4C46-1C6D-23DA-882B-D24577789E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5448590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384</Words>
  <Application>Microsoft Office PowerPoint</Application>
  <PresentationFormat>‫הצגה על המסך (4:3)</PresentationFormat>
  <Paragraphs>87</Paragraphs>
  <Slides>12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HelmetGuard: Safety Classification of Construction Site Images</vt:lpstr>
      <vt:lpstr>System Overview</vt:lpstr>
      <vt:lpstr>Motivation</vt:lpstr>
      <vt:lpstr>Problem Definition</vt:lpstr>
      <vt:lpstr>Dataset Overview</vt:lpstr>
      <vt:lpstr>Synthetic Data Generation</vt:lpstr>
      <vt:lpstr>Real Data Examples</vt:lpstr>
      <vt:lpstr>Models &amp; Training</vt:lpstr>
      <vt:lpstr>Experiments</vt:lpstr>
      <vt:lpstr>Quantitative Results</vt:lpstr>
      <vt:lpstr>Discussion &amp; Limitations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</dc:creator>
  <cp:keywords/>
  <dc:description>generated using python-pptx</dc:description>
  <cp:lastModifiedBy>Dan Koenkas</cp:lastModifiedBy>
  <cp:revision>2</cp:revision>
  <dcterms:created xsi:type="dcterms:W3CDTF">2013-01-27T09:14:16Z</dcterms:created>
  <dcterms:modified xsi:type="dcterms:W3CDTF">2026-01-13T15:39:02Z</dcterms:modified>
  <cp:category/>
</cp:coreProperties>
</file>