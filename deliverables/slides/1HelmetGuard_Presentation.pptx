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B909A-2BA7-491A-951C-32C6A650DF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523D2F-1511-47C1-985A-6EA887EF0C62}">
      <dgm:prSet/>
      <dgm:spPr/>
      <dgm:t>
        <a:bodyPr/>
        <a:lstStyle/>
        <a:p>
          <a:r>
            <a:rPr lang="en-US"/>
            <a:t>Input: RGB image from site cameras.</a:t>
          </a:r>
        </a:p>
      </dgm:t>
    </dgm:pt>
    <dgm:pt modelId="{42067221-2E70-4E99-AB37-4633505FB142}" type="parTrans" cxnId="{9C3B9264-7D9A-4FDC-A79C-665EE79A0F70}">
      <dgm:prSet/>
      <dgm:spPr/>
      <dgm:t>
        <a:bodyPr/>
        <a:lstStyle/>
        <a:p>
          <a:endParaRPr lang="en-US"/>
        </a:p>
      </dgm:t>
    </dgm:pt>
    <dgm:pt modelId="{2F797034-6485-4FAB-A535-3E14E93589E8}" type="sibTrans" cxnId="{9C3B9264-7D9A-4FDC-A79C-665EE79A0F70}">
      <dgm:prSet/>
      <dgm:spPr/>
      <dgm:t>
        <a:bodyPr/>
        <a:lstStyle/>
        <a:p>
          <a:endParaRPr lang="en-US"/>
        </a:p>
      </dgm:t>
    </dgm:pt>
    <dgm:pt modelId="{4D1E4682-207A-4D4A-8126-7B6BE9DDF4AD}">
      <dgm:prSet/>
      <dgm:spPr/>
      <dgm:t>
        <a:bodyPr/>
        <a:lstStyle/>
        <a:p>
          <a:r>
            <a:rPr lang="en-US"/>
            <a:t>Output: safe / unsafe (or no_workers).</a:t>
          </a:r>
        </a:p>
      </dgm:t>
    </dgm:pt>
    <dgm:pt modelId="{491EA87D-1B73-4BF4-B5E7-EFB174E12D04}" type="parTrans" cxnId="{FDBDCAB4-BC5C-44AB-8494-47FEC7B5B879}">
      <dgm:prSet/>
      <dgm:spPr/>
      <dgm:t>
        <a:bodyPr/>
        <a:lstStyle/>
        <a:p>
          <a:endParaRPr lang="en-US"/>
        </a:p>
      </dgm:t>
    </dgm:pt>
    <dgm:pt modelId="{96DB541F-16B9-4DBF-81CC-B086670E3952}" type="sibTrans" cxnId="{FDBDCAB4-BC5C-44AB-8494-47FEC7B5B879}">
      <dgm:prSet/>
      <dgm:spPr/>
      <dgm:t>
        <a:bodyPr/>
        <a:lstStyle/>
        <a:p>
          <a:endParaRPr lang="en-US"/>
        </a:p>
      </dgm:t>
    </dgm:pt>
    <dgm:pt modelId="{DABECA18-FBED-4691-B8DD-1577B84AC4C0}">
      <dgm:prSet/>
      <dgm:spPr/>
      <dgm:t>
        <a:bodyPr/>
        <a:lstStyle/>
        <a:p>
          <a:r>
            <a:rPr lang="en-US"/>
            <a:t>Task: supervised image classification.</a:t>
          </a:r>
        </a:p>
      </dgm:t>
    </dgm:pt>
    <dgm:pt modelId="{1B5A0843-5D21-4B8C-BAC2-DB06B27A39B2}" type="parTrans" cxnId="{ABAE29B4-CB55-47D3-85FD-5B4DAB8CEB37}">
      <dgm:prSet/>
      <dgm:spPr/>
      <dgm:t>
        <a:bodyPr/>
        <a:lstStyle/>
        <a:p>
          <a:endParaRPr lang="en-US"/>
        </a:p>
      </dgm:t>
    </dgm:pt>
    <dgm:pt modelId="{07624768-97D0-4C92-9965-A117419E3939}" type="sibTrans" cxnId="{ABAE29B4-CB55-47D3-85FD-5B4DAB8CEB37}">
      <dgm:prSet/>
      <dgm:spPr/>
      <dgm:t>
        <a:bodyPr/>
        <a:lstStyle/>
        <a:p>
          <a:endParaRPr lang="en-US"/>
        </a:p>
      </dgm:t>
    </dgm:pt>
    <dgm:pt modelId="{6CED2F0C-6176-4573-A11F-611599485A58}">
      <dgm:prSet/>
      <dgm:spPr/>
      <dgm:t>
        <a:bodyPr/>
        <a:lstStyle/>
        <a:p>
          <a:r>
            <a:rPr lang="en-US"/>
            <a:t>Example: all helmets → safe; missing helmet → unsafe.</a:t>
          </a:r>
        </a:p>
      </dgm:t>
    </dgm:pt>
    <dgm:pt modelId="{3A99AA6D-AB78-4995-8875-1D2FC8E41FFE}" type="parTrans" cxnId="{13663BB3-FD57-4807-9D8B-8911EAE83BF1}">
      <dgm:prSet/>
      <dgm:spPr/>
      <dgm:t>
        <a:bodyPr/>
        <a:lstStyle/>
        <a:p>
          <a:endParaRPr lang="en-US"/>
        </a:p>
      </dgm:t>
    </dgm:pt>
    <dgm:pt modelId="{4C9E1356-4EEC-43DF-B952-BCEDBA57E7AE}" type="sibTrans" cxnId="{13663BB3-FD57-4807-9D8B-8911EAE83BF1}">
      <dgm:prSet/>
      <dgm:spPr/>
      <dgm:t>
        <a:bodyPr/>
        <a:lstStyle/>
        <a:p>
          <a:endParaRPr lang="en-US"/>
        </a:p>
      </dgm:t>
    </dgm:pt>
    <dgm:pt modelId="{7411A447-5017-4101-8434-41A2C841A26D}" type="pres">
      <dgm:prSet presAssocID="{E9AB909A-2BA7-491A-951C-32C6A650DFBB}" presName="linear" presStyleCnt="0">
        <dgm:presLayoutVars>
          <dgm:animLvl val="lvl"/>
          <dgm:resizeHandles val="exact"/>
        </dgm:presLayoutVars>
      </dgm:prSet>
      <dgm:spPr/>
    </dgm:pt>
    <dgm:pt modelId="{0A5E0424-B606-4999-835F-BA00F2504B39}" type="pres">
      <dgm:prSet presAssocID="{B1523D2F-1511-47C1-985A-6EA887EF0C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D7806E-07B9-473F-86C6-F039182C83B6}" type="pres">
      <dgm:prSet presAssocID="{2F797034-6485-4FAB-A535-3E14E93589E8}" presName="spacer" presStyleCnt="0"/>
      <dgm:spPr/>
    </dgm:pt>
    <dgm:pt modelId="{DF8B1897-8796-45BD-A57C-90DEB33A52BB}" type="pres">
      <dgm:prSet presAssocID="{4D1E4682-207A-4D4A-8126-7B6BE9DDF4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754172-5F1A-49F9-8589-3C366EEC91BF}" type="pres">
      <dgm:prSet presAssocID="{96DB541F-16B9-4DBF-81CC-B086670E3952}" presName="spacer" presStyleCnt="0"/>
      <dgm:spPr/>
    </dgm:pt>
    <dgm:pt modelId="{84D95955-DAF8-45F3-A0F3-C09FAD72E636}" type="pres">
      <dgm:prSet presAssocID="{DABECA18-FBED-4691-B8DD-1577B84AC4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E56335-8BC4-4BE1-9CAF-4A92E6B89C8C}" type="pres">
      <dgm:prSet presAssocID="{07624768-97D0-4C92-9965-A117419E3939}" presName="spacer" presStyleCnt="0"/>
      <dgm:spPr/>
    </dgm:pt>
    <dgm:pt modelId="{DA38193C-9B98-4529-ABCF-EB67891A4DCF}" type="pres">
      <dgm:prSet presAssocID="{6CED2F0C-6176-4573-A11F-611599485A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9C671B-09CA-4BA7-AA12-00C60BBBF6E1}" type="presOf" srcId="{4D1E4682-207A-4D4A-8126-7B6BE9DDF4AD}" destId="{DF8B1897-8796-45BD-A57C-90DEB33A52BB}" srcOrd="0" destOrd="0" presId="urn:microsoft.com/office/officeart/2005/8/layout/vList2"/>
    <dgm:cxn modelId="{7D13D521-FA97-4771-BA92-DE71379B5767}" type="presOf" srcId="{DABECA18-FBED-4691-B8DD-1577B84AC4C0}" destId="{84D95955-DAF8-45F3-A0F3-C09FAD72E636}" srcOrd="0" destOrd="0" presId="urn:microsoft.com/office/officeart/2005/8/layout/vList2"/>
    <dgm:cxn modelId="{2924F25B-8CF6-431E-A236-26E6A1A0C913}" type="presOf" srcId="{6CED2F0C-6176-4573-A11F-611599485A58}" destId="{DA38193C-9B98-4529-ABCF-EB67891A4DCF}" srcOrd="0" destOrd="0" presId="urn:microsoft.com/office/officeart/2005/8/layout/vList2"/>
    <dgm:cxn modelId="{4C6DE843-F5A7-491E-9DA5-1DA1C73456F7}" type="presOf" srcId="{E9AB909A-2BA7-491A-951C-32C6A650DFBB}" destId="{7411A447-5017-4101-8434-41A2C841A26D}" srcOrd="0" destOrd="0" presId="urn:microsoft.com/office/officeart/2005/8/layout/vList2"/>
    <dgm:cxn modelId="{9C3B9264-7D9A-4FDC-A79C-665EE79A0F70}" srcId="{E9AB909A-2BA7-491A-951C-32C6A650DFBB}" destId="{B1523D2F-1511-47C1-985A-6EA887EF0C62}" srcOrd="0" destOrd="0" parTransId="{42067221-2E70-4E99-AB37-4633505FB142}" sibTransId="{2F797034-6485-4FAB-A535-3E14E93589E8}"/>
    <dgm:cxn modelId="{821AEE4B-F070-4149-8C6A-4CF33C28BFED}" type="presOf" srcId="{B1523D2F-1511-47C1-985A-6EA887EF0C62}" destId="{0A5E0424-B606-4999-835F-BA00F2504B39}" srcOrd="0" destOrd="0" presId="urn:microsoft.com/office/officeart/2005/8/layout/vList2"/>
    <dgm:cxn modelId="{13663BB3-FD57-4807-9D8B-8911EAE83BF1}" srcId="{E9AB909A-2BA7-491A-951C-32C6A650DFBB}" destId="{6CED2F0C-6176-4573-A11F-611599485A58}" srcOrd="3" destOrd="0" parTransId="{3A99AA6D-AB78-4995-8875-1D2FC8E41FFE}" sibTransId="{4C9E1356-4EEC-43DF-B952-BCEDBA57E7AE}"/>
    <dgm:cxn modelId="{ABAE29B4-CB55-47D3-85FD-5B4DAB8CEB37}" srcId="{E9AB909A-2BA7-491A-951C-32C6A650DFBB}" destId="{DABECA18-FBED-4691-B8DD-1577B84AC4C0}" srcOrd="2" destOrd="0" parTransId="{1B5A0843-5D21-4B8C-BAC2-DB06B27A39B2}" sibTransId="{07624768-97D0-4C92-9965-A117419E3939}"/>
    <dgm:cxn modelId="{FDBDCAB4-BC5C-44AB-8494-47FEC7B5B879}" srcId="{E9AB909A-2BA7-491A-951C-32C6A650DFBB}" destId="{4D1E4682-207A-4D4A-8126-7B6BE9DDF4AD}" srcOrd="1" destOrd="0" parTransId="{491EA87D-1B73-4BF4-B5E7-EFB174E12D04}" sibTransId="{96DB541F-16B9-4DBF-81CC-B086670E3952}"/>
    <dgm:cxn modelId="{1D542402-0E8F-47A0-A6CC-06003E1346C4}" type="presParOf" srcId="{7411A447-5017-4101-8434-41A2C841A26D}" destId="{0A5E0424-B606-4999-835F-BA00F2504B39}" srcOrd="0" destOrd="0" presId="urn:microsoft.com/office/officeart/2005/8/layout/vList2"/>
    <dgm:cxn modelId="{DE96804E-AEA7-4F51-B690-A5E79DC5484D}" type="presParOf" srcId="{7411A447-5017-4101-8434-41A2C841A26D}" destId="{D9D7806E-07B9-473F-86C6-F039182C83B6}" srcOrd="1" destOrd="0" presId="urn:microsoft.com/office/officeart/2005/8/layout/vList2"/>
    <dgm:cxn modelId="{CB6FCDEF-E8D2-4212-B724-92688BE32123}" type="presParOf" srcId="{7411A447-5017-4101-8434-41A2C841A26D}" destId="{DF8B1897-8796-45BD-A57C-90DEB33A52BB}" srcOrd="2" destOrd="0" presId="urn:microsoft.com/office/officeart/2005/8/layout/vList2"/>
    <dgm:cxn modelId="{302C0384-A260-477F-834F-100C07A227A0}" type="presParOf" srcId="{7411A447-5017-4101-8434-41A2C841A26D}" destId="{AA754172-5F1A-49F9-8589-3C366EEC91BF}" srcOrd="3" destOrd="0" presId="urn:microsoft.com/office/officeart/2005/8/layout/vList2"/>
    <dgm:cxn modelId="{5C458DCA-FF7B-4809-8614-A51D268F9B51}" type="presParOf" srcId="{7411A447-5017-4101-8434-41A2C841A26D}" destId="{84D95955-DAF8-45F3-A0F3-C09FAD72E636}" srcOrd="4" destOrd="0" presId="urn:microsoft.com/office/officeart/2005/8/layout/vList2"/>
    <dgm:cxn modelId="{07B67727-C9C8-40B3-804D-67E6D3C098FF}" type="presParOf" srcId="{7411A447-5017-4101-8434-41A2C841A26D}" destId="{53E56335-8BC4-4BE1-9CAF-4A92E6B89C8C}" srcOrd="5" destOrd="0" presId="urn:microsoft.com/office/officeart/2005/8/layout/vList2"/>
    <dgm:cxn modelId="{4F5C0656-AC7D-4DA9-852E-C75258EE03E5}" type="presParOf" srcId="{7411A447-5017-4101-8434-41A2C841A26D}" destId="{DA38193C-9B98-4529-ABCF-EB67891A4D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74A4B0-E4E0-44A7-8CA9-B6F47692548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2DE780-9128-4978-9303-22868527A7C2}">
      <dgm:prSet/>
      <dgm:spPr/>
      <dgm:t>
        <a:bodyPr/>
        <a:lstStyle/>
        <a:p>
          <a:r>
            <a:rPr lang="en-US"/>
            <a:t>Metrics: accuracy, precision, recall, F1.</a:t>
          </a:r>
        </a:p>
      </dgm:t>
    </dgm:pt>
    <dgm:pt modelId="{7E1B34A5-75D6-4117-B1B9-705E9680356F}" type="parTrans" cxnId="{53CF5ECB-3982-483A-931C-64AE2324EF6D}">
      <dgm:prSet/>
      <dgm:spPr/>
      <dgm:t>
        <a:bodyPr/>
        <a:lstStyle/>
        <a:p>
          <a:endParaRPr lang="en-US"/>
        </a:p>
      </dgm:t>
    </dgm:pt>
    <dgm:pt modelId="{117FA7B7-4E41-4EF4-A491-C743F37F2A34}" type="sibTrans" cxnId="{53CF5ECB-3982-483A-931C-64AE2324EF6D}">
      <dgm:prSet/>
      <dgm:spPr/>
      <dgm:t>
        <a:bodyPr/>
        <a:lstStyle/>
        <a:p>
          <a:endParaRPr lang="en-US"/>
        </a:p>
      </dgm:t>
    </dgm:pt>
    <dgm:pt modelId="{6E55161D-0531-4CF2-860F-CBAE6F0B7E01}">
      <dgm:prSet/>
      <dgm:spPr/>
      <dgm:t>
        <a:bodyPr/>
        <a:lstStyle/>
        <a:p>
          <a:r>
            <a:rPr lang="en-US"/>
            <a:t>Critical: catching unsafe images.</a:t>
          </a:r>
        </a:p>
      </dgm:t>
    </dgm:pt>
    <dgm:pt modelId="{2E6E5398-D1AA-4017-91BC-08E38982A8D8}" type="parTrans" cxnId="{3C106742-27E1-41B4-8A02-2225EFB27D5A}">
      <dgm:prSet/>
      <dgm:spPr/>
      <dgm:t>
        <a:bodyPr/>
        <a:lstStyle/>
        <a:p>
          <a:endParaRPr lang="en-US"/>
        </a:p>
      </dgm:t>
    </dgm:pt>
    <dgm:pt modelId="{31AB9865-85C6-4FD7-86FA-11EF17E3C390}" type="sibTrans" cxnId="{3C106742-27E1-41B4-8A02-2225EFB27D5A}">
      <dgm:prSet/>
      <dgm:spPr/>
      <dgm:t>
        <a:bodyPr/>
        <a:lstStyle/>
        <a:p>
          <a:endParaRPr lang="en-US"/>
        </a:p>
      </dgm:t>
    </dgm:pt>
    <dgm:pt modelId="{4702CB38-71F8-41C8-B338-AA91829CEA14}">
      <dgm:prSet/>
      <dgm:spPr/>
      <dgm:t>
        <a:bodyPr/>
        <a:lstStyle/>
        <a:p>
          <a:r>
            <a:rPr lang="en-US"/>
            <a:t>Confusion matrix analysis.</a:t>
          </a:r>
        </a:p>
      </dgm:t>
    </dgm:pt>
    <dgm:pt modelId="{A49E2740-55A5-4848-8B9E-1CC8F3D38170}" type="parTrans" cxnId="{C989325C-1A98-44E0-99A9-2E3A7CFBFB8B}">
      <dgm:prSet/>
      <dgm:spPr/>
      <dgm:t>
        <a:bodyPr/>
        <a:lstStyle/>
        <a:p>
          <a:endParaRPr lang="en-US"/>
        </a:p>
      </dgm:t>
    </dgm:pt>
    <dgm:pt modelId="{A12CB7F3-8495-4154-A770-7585B46E1929}" type="sibTrans" cxnId="{C989325C-1A98-44E0-99A9-2E3A7CFBFB8B}">
      <dgm:prSet/>
      <dgm:spPr/>
      <dgm:t>
        <a:bodyPr/>
        <a:lstStyle/>
        <a:p>
          <a:endParaRPr lang="en-US"/>
        </a:p>
      </dgm:t>
    </dgm:pt>
    <dgm:pt modelId="{25FC689C-38C4-44CE-91B8-3D6D728BE3BE}">
      <dgm:prSet/>
      <dgm:spPr/>
      <dgm:t>
        <a:bodyPr/>
        <a:lstStyle/>
        <a:p>
          <a:r>
            <a:rPr lang="en-US"/>
            <a:t>Weeks 1–2: define task, collect images.</a:t>
          </a:r>
        </a:p>
      </dgm:t>
    </dgm:pt>
    <dgm:pt modelId="{D32C367E-F352-401F-A1F6-EFA93764A2EF}" type="parTrans" cxnId="{A2EE3568-1A9C-467D-82B9-D2FBB2A5FE34}">
      <dgm:prSet/>
      <dgm:spPr/>
      <dgm:t>
        <a:bodyPr/>
        <a:lstStyle/>
        <a:p>
          <a:endParaRPr lang="en-US"/>
        </a:p>
      </dgm:t>
    </dgm:pt>
    <dgm:pt modelId="{B7C0908F-3515-49AF-84DF-01551A1AEF99}" type="sibTrans" cxnId="{A2EE3568-1A9C-467D-82B9-D2FBB2A5FE34}">
      <dgm:prSet/>
      <dgm:spPr/>
      <dgm:t>
        <a:bodyPr/>
        <a:lstStyle/>
        <a:p>
          <a:endParaRPr lang="en-US"/>
        </a:p>
      </dgm:t>
    </dgm:pt>
    <dgm:pt modelId="{B0F69B61-0F93-4A69-BB98-156C158A0713}">
      <dgm:prSet/>
      <dgm:spPr/>
      <dgm:t>
        <a:bodyPr/>
        <a:lstStyle/>
        <a:p>
          <a:r>
            <a:rPr lang="en-US"/>
            <a:t>Weeks 3–4: generate synthetic dataset.</a:t>
          </a:r>
        </a:p>
      </dgm:t>
    </dgm:pt>
    <dgm:pt modelId="{8FDFA19E-7359-4A7D-B4E6-1DE209AD3382}" type="parTrans" cxnId="{C1FAAB0E-59DE-48AF-8C59-4BECF12C795D}">
      <dgm:prSet/>
      <dgm:spPr/>
      <dgm:t>
        <a:bodyPr/>
        <a:lstStyle/>
        <a:p>
          <a:endParaRPr lang="en-US"/>
        </a:p>
      </dgm:t>
    </dgm:pt>
    <dgm:pt modelId="{33B5F854-88F9-426F-A1E3-2ACC65E0BB3E}" type="sibTrans" cxnId="{C1FAAB0E-59DE-48AF-8C59-4BECF12C795D}">
      <dgm:prSet/>
      <dgm:spPr/>
      <dgm:t>
        <a:bodyPr/>
        <a:lstStyle/>
        <a:p>
          <a:endParaRPr lang="en-US"/>
        </a:p>
      </dgm:t>
    </dgm:pt>
    <dgm:pt modelId="{85D9BF41-F43B-4FD7-8D79-3CD1E0F89EAC}">
      <dgm:prSet/>
      <dgm:spPr/>
      <dgm:t>
        <a:bodyPr/>
        <a:lstStyle/>
        <a:p>
          <a:r>
            <a:rPr lang="en-US"/>
            <a:t>Weeks 5–6: train models.</a:t>
          </a:r>
        </a:p>
      </dgm:t>
    </dgm:pt>
    <dgm:pt modelId="{C3B2E154-3F40-4C79-A816-1189A83A599B}" type="parTrans" cxnId="{7EC4BF67-6FFE-4BA3-B740-90F5228DC73A}">
      <dgm:prSet/>
      <dgm:spPr/>
      <dgm:t>
        <a:bodyPr/>
        <a:lstStyle/>
        <a:p>
          <a:endParaRPr lang="en-US"/>
        </a:p>
      </dgm:t>
    </dgm:pt>
    <dgm:pt modelId="{00CBC97D-96F0-4566-8ABF-42DCEC396D69}" type="sibTrans" cxnId="{7EC4BF67-6FFE-4BA3-B740-90F5228DC73A}">
      <dgm:prSet/>
      <dgm:spPr/>
      <dgm:t>
        <a:bodyPr/>
        <a:lstStyle/>
        <a:p>
          <a:endParaRPr lang="en-US"/>
        </a:p>
      </dgm:t>
    </dgm:pt>
    <dgm:pt modelId="{66072B45-0B3F-43EC-B640-C3C4FB3A19F7}">
      <dgm:prSet/>
      <dgm:spPr/>
      <dgm:t>
        <a:bodyPr/>
        <a:lstStyle/>
        <a:p>
          <a:r>
            <a:rPr lang="en-US"/>
            <a:t>Weeks 7–8: evaluate &amp; prepare report.</a:t>
          </a:r>
        </a:p>
      </dgm:t>
    </dgm:pt>
    <dgm:pt modelId="{00259051-B93B-4E03-9902-D1A63F78971D}" type="parTrans" cxnId="{5BFD48FB-9A17-44F7-B5EC-9DFAFCC28431}">
      <dgm:prSet/>
      <dgm:spPr/>
      <dgm:t>
        <a:bodyPr/>
        <a:lstStyle/>
        <a:p>
          <a:endParaRPr lang="en-US"/>
        </a:p>
      </dgm:t>
    </dgm:pt>
    <dgm:pt modelId="{B98B9895-71DC-4551-955D-0588F083619D}" type="sibTrans" cxnId="{5BFD48FB-9A17-44F7-B5EC-9DFAFCC28431}">
      <dgm:prSet/>
      <dgm:spPr/>
      <dgm:t>
        <a:bodyPr/>
        <a:lstStyle/>
        <a:p>
          <a:endParaRPr lang="en-US"/>
        </a:p>
      </dgm:t>
    </dgm:pt>
    <dgm:pt modelId="{C61B6DE9-6D57-44FF-A191-51380E109301}" type="pres">
      <dgm:prSet presAssocID="{2974A4B0-E4E0-44A7-8CA9-B6F476925480}" presName="linear" presStyleCnt="0">
        <dgm:presLayoutVars>
          <dgm:dir/>
          <dgm:animLvl val="lvl"/>
          <dgm:resizeHandles val="exact"/>
        </dgm:presLayoutVars>
      </dgm:prSet>
      <dgm:spPr/>
    </dgm:pt>
    <dgm:pt modelId="{4EF8AFF7-13FC-4778-83AE-CA408CD06956}" type="pres">
      <dgm:prSet presAssocID="{0B2DE780-9128-4978-9303-22868527A7C2}" presName="parentLin" presStyleCnt="0"/>
      <dgm:spPr/>
    </dgm:pt>
    <dgm:pt modelId="{D70A9ED9-FE14-4E55-B55C-4D30695C8267}" type="pres">
      <dgm:prSet presAssocID="{0B2DE780-9128-4978-9303-22868527A7C2}" presName="parentLeftMargin" presStyleLbl="node1" presStyleIdx="0" presStyleCnt="7"/>
      <dgm:spPr/>
    </dgm:pt>
    <dgm:pt modelId="{E1BC6197-4F33-49E9-AE5B-5BE1C8DAE0E8}" type="pres">
      <dgm:prSet presAssocID="{0B2DE780-9128-4978-9303-22868527A7C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9C71513-AD21-49FF-95BD-9D8984AC8715}" type="pres">
      <dgm:prSet presAssocID="{0B2DE780-9128-4978-9303-22868527A7C2}" presName="negativeSpace" presStyleCnt="0"/>
      <dgm:spPr/>
    </dgm:pt>
    <dgm:pt modelId="{0AD9BF93-4F3B-4E40-8138-5836CDF4AFAB}" type="pres">
      <dgm:prSet presAssocID="{0B2DE780-9128-4978-9303-22868527A7C2}" presName="childText" presStyleLbl="conFgAcc1" presStyleIdx="0" presStyleCnt="7">
        <dgm:presLayoutVars>
          <dgm:bulletEnabled val="1"/>
        </dgm:presLayoutVars>
      </dgm:prSet>
      <dgm:spPr/>
    </dgm:pt>
    <dgm:pt modelId="{F3DE5EC6-4803-4DC7-8079-08E9D326E847}" type="pres">
      <dgm:prSet presAssocID="{117FA7B7-4E41-4EF4-A491-C743F37F2A34}" presName="spaceBetweenRectangles" presStyleCnt="0"/>
      <dgm:spPr/>
    </dgm:pt>
    <dgm:pt modelId="{7A8C0F35-51CB-42CB-BE2D-7C9821577159}" type="pres">
      <dgm:prSet presAssocID="{6E55161D-0531-4CF2-860F-CBAE6F0B7E01}" presName="parentLin" presStyleCnt="0"/>
      <dgm:spPr/>
    </dgm:pt>
    <dgm:pt modelId="{F9FE3521-336F-404B-BC2E-9846D103F4D1}" type="pres">
      <dgm:prSet presAssocID="{6E55161D-0531-4CF2-860F-CBAE6F0B7E01}" presName="parentLeftMargin" presStyleLbl="node1" presStyleIdx="0" presStyleCnt="7"/>
      <dgm:spPr/>
    </dgm:pt>
    <dgm:pt modelId="{3333311C-9B64-4066-9A10-8951A47D2407}" type="pres">
      <dgm:prSet presAssocID="{6E55161D-0531-4CF2-860F-CBAE6F0B7E0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2EA79E1-D664-454F-A05D-6B8FE2A6457A}" type="pres">
      <dgm:prSet presAssocID="{6E55161D-0531-4CF2-860F-CBAE6F0B7E01}" presName="negativeSpace" presStyleCnt="0"/>
      <dgm:spPr/>
    </dgm:pt>
    <dgm:pt modelId="{4E3DDB1D-A35C-4854-AF2A-14F9091A1043}" type="pres">
      <dgm:prSet presAssocID="{6E55161D-0531-4CF2-860F-CBAE6F0B7E01}" presName="childText" presStyleLbl="conFgAcc1" presStyleIdx="1" presStyleCnt="7">
        <dgm:presLayoutVars>
          <dgm:bulletEnabled val="1"/>
        </dgm:presLayoutVars>
      </dgm:prSet>
      <dgm:spPr/>
    </dgm:pt>
    <dgm:pt modelId="{B2F1972E-5FE4-400A-841A-C01F27DF4CE8}" type="pres">
      <dgm:prSet presAssocID="{31AB9865-85C6-4FD7-86FA-11EF17E3C390}" presName="spaceBetweenRectangles" presStyleCnt="0"/>
      <dgm:spPr/>
    </dgm:pt>
    <dgm:pt modelId="{B6115F74-C27B-4DA3-B329-A099758E79D7}" type="pres">
      <dgm:prSet presAssocID="{4702CB38-71F8-41C8-B338-AA91829CEA14}" presName="parentLin" presStyleCnt="0"/>
      <dgm:spPr/>
    </dgm:pt>
    <dgm:pt modelId="{FF7F55E8-5844-448D-BDEA-DA9CEF525D62}" type="pres">
      <dgm:prSet presAssocID="{4702CB38-71F8-41C8-B338-AA91829CEA14}" presName="parentLeftMargin" presStyleLbl="node1" presStyleIdx="1" presStyleCnt="7"/>
      <dgm:spPr/>
    </dgm:pt>
    <dgm:pt modelId="{26D6E00E-FA61-42AB-BA6C-5BB7229519E7}" type="pres">
      <dgm:prSet presAssocID="{4702CB38-71F8-41C8-B338-AA91829CEA1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7186F94-6F24-4810-B7BB-14E5D877568F}" type="pres">
      <dgm:prSet presAssocID="{4702CB38-71F8-41C8-B338-AA91829CEA14}" presName="negativeSpace" presStyleCnt="0"/>
      <dgm:spPr/>
    </dgm:pt>
    <dgm:pt modelId="{4A1DCEA9-24AF-43F1-B1F7-EAAF1F74C537}" type="pres">
      <dgm:prSet presAssocID="{4702CB38-71F8-41C8-B338-AA91829CEA14}" presName="childText" presStyleLbl="conFgAcc1" presStyleIdx="2" presStyleCnt="7">
        <dgm:presLayoutVars>
          <dgm:bulletEnabled val="1"/>
        </dgm:presLayoutVars>
      </dgm:prSet>
      <dgm:spPr/>
    </dgm:pt>
    <dgm:pt modelId="{5E895218-65AA-4B2B-8621-75ED3F1553C7}" type="pres">
      <dgm:prSet presAssocID="{A12CB7F3-8495-4154-A770-7585B46E1929}" presName="spaceBetweenRectangles" presStyleCnt="0"/>
      <dgm:spPr/>
    </dgm:pt>
    <dgm:pt modelId="{C19E451C-09AE-4260-91D0-DF68107ABE1B}" type="pres">
      <dgm:prSet presAssocID="{25FC689C-38C4-44CE-91B8-3D6D728BE3BE}" presName="parentLin" presStyleCnt="0"/>
      <dgm:spPr/>
    </dgm:pt>
    <dgm:pt modelId="{F1708D84-C03A-4B66-9831-01902358DDD5}" type="pres">
      <dgm:prSet presAssocID="{25FC689C-38C4-44CE-91B8-3D6D728BE3BE}" presName="parentLeftMargin" presStyleLbl="node1" presStyleIdx="2" presStyleCnt="7"/>
      <dgm:spPr/>
    </dgm:pt>
    <dgm:pt modelId="{A959EBBD-63AE-4DA8-AFF6-1F5E09081A01}" type="pres">
      <dgm:prSet presAssocID="{25FC689C-38C4-44CE-91B8-3D6D728BE3B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8E36DC7-2F02-48FE-ABE4-B086563D0F8F}" type="pres">
      <dgm:prSet presAssocID="{25FC689C-38C4-44CE-91B8-3D6D728BE3BE}" presName="negativeSpace" presStyleCnt="0"/>
      <dgm:spPr/>
    </dgm:pt>
    <dgm:pt modelId="{9D9783A7-2CEE-47AA-9717-10EAF5A15877}" type="pres">
      <dgm:prSet presAssocID="{25FC689C-38C4-44CE-91B8-3D6D728BE3BE}" presName="childText" presStyleLbl="conFgAcc1" presStyleIdx="3" presStyleCnt="7">
        <dgm:presLayoutVars>
          <dgm:bulletEnabled val="1"/>
        </dgm:presLayoutVars>
      </dgm:prSet>
      <dgm:spPr/>
    </dgm:pt>
    <dgm:pt modelId="{0B594CC6-AE8F-40FE-8042-546DE1A783E9}" type="pres">
      <dgm:prSet presAssocID="{B7C0908F-3515-49AF-84DF-01551A1AEF99}" presName="spaceBetweenRectangles" presStyleCnt="0"/>
      <dgm:spPr/>
    </dgm:pt>
    <dgm:pt modelId="{E3FE7F1C-7DA3-4DEE-8C78-C5FBB6D5295C}" type="pres">
      <dgm:prSet presAssocID="{B0F69B61-0F93-4A69-BB98-156C158A0713}" presName="parentLin" presStyleCnt="0"/>
      <dgm:spPr/>
    </dgm:pt>
    <dgm:pt modelId="{2ADD4A35-3EA7-4CDE-99D8-2CDB590F82D4}" type="pres">
      <dgm:prSet presAssocID="{B0F69B61-0F93-4A69-BB98-156C158A0713}" presName="parentLeftMargin" presStyleLbl="node1" presStyleIdx="3" presStyleCnt="7"/>
      <dgm:spPr/>
    </dgm:pt>
    <dgm:pt modelId="{80A3E04C-A864-4704-ABCF-E63FB94B7C80}" type="pres">
      <dgm:prSet presAssocID="{B0F69B61-0F93-4A69-BB98-156C158A071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CFE7221-94B5-49A5-B883-BDD67BE8C148}" type="pres">
      <dgm:prSet presAssocID="{B0F69B61-0F93-4A69-BB98-156C158A0713}" presName="negativeSpace" presStyleCnt="0"/>
      <dgm:spPr/>
    </dgm:pt>
    <dgm:pt modelId="{BD228758-1E3F-4869-B3E3-F3B436558A3C}" type="pres">
      <dgm:prSet presAssocID="{B0F69B61-0F93-4A69-BB98-156C158A0713}" presName="childText" presStyleLbl="conFgAcc1" presStyleIdx="4" presStyleCnt="7">
        <dgm:presLayoutVars>
          <dgm:bulletEnabled val="1"/>
        </dgm:presLayoutVars>
      </dgm:prSet>
      <dgm:spPr/>
    </dgm:pt>
    <dgm:pt modelId="{B3E330CC-0DD9-4509-9FE4-A0EAD53832D3}" type="pres">
      <dgm:prSet presAssocID="{33B5F854-88F9-426F-A1E3-2ACC65E0BB3E}" presName="spaceBetweenRectangles" presStyleCnt="0"/>
      <dgm:spPr/>
    </dgm:pt>
    <dgm:pt modelId="{B3F2900C-247F-42EA-AF44-90B81828757B}" type="pres">
      <dgm:prSet presAssocID="{85D9BF41-F43B-4FD7-8D79-3CD1E0F89EAC}" presName="parentLin" presStyleCnt="0"/>
      <dgm:spPr/>
    </dgm:pt>
    <dgm:pt modelId="{AA29C0D6-FDE2-4C63-BF6E-483DE8C8E184}" type="pres">
      <dgm:prSet presAssocID="{85D9BF41-F43B-4FD7-8D79-3CD1E0F89EAC}" presName="parentLeftMargin" presStyleLbl="node1" presStyleIdx="4" presStyleCnt="7"/>
      <dgm:spPr/>
    </dgm:pt>
    <dgm:pt modelId="{9FC74614-EE44-4BBC-8A3B-27D5A2CB4821}" type="pres">
      <dgm:prSet presAssocID="{85D9BF41-F43B-4FD7-8D79-3CD1E0F89EA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C2A546A-CA36-4DF0-BB7E-49A1F8D4A370}" type="pres">
      <dgm:prSet presAssocID="{85D9BF41-F43B-4FD7-8D79-3CD1E0F89EAC}" presName="negativeSpace" presStyleCnt="0"/>
      <dgm:spPr/>
    </dgm:pt>
    <dgm:pt modelId="{B38E2E70-3878-411C-A81D-4D1EF31499F7}" type="pres">
      <dgm:prSet presAssocID="{85D9BF41-F43B-4FD7-8D79-3CD1E0F89EAC}" presName="childText" presStyleLbl="conFgAcc1" presStyleIdx="5" presStyleCnt="7">
        <dgm:presLayoutVars>
          <dgm:bulletEnabled val="1"/>
        </dgm:presLayoutVars>
      </dgm:prSet>
      <dgm:spPr/>
    </dgm:pt>
    <dgm:pt modelId="{F16038E1-5AA0-4A36-95BD-482029D1AC43}" type="pres">
      <dgm:prSet presAssocID="{00CBC97D-96F0-4566-8ABF-42DCEC396D69}" presName="spaceBetweenRectangles" presStyleCnt="0"/>
      <dgm:spPr/>
    </dgm:pt>
    <dgm:pt modelId="{2232D3E7-8D9F-4EC3-AB5C-58791BEA0DF6}" type="pres">
      <dgm:prSet presAssocID="{66072B45-0B3F-43EC-B640-C3C4FB3A19F7}" presName="parentLin" presStyleCnt="0"/>
      <dgm:spPr/>
    </dgm:pt>
    <dgm:pt modelId="{C8499E4B-7F9A-461E-8FD7-900419A176A6}" type="pres">
      <dgm:prSet presAssocID="{66072B45-0B3F-43EC-B640-C3C4FB3A19F7}" presName="parentLeftMargin" presStyleLbl="node1" presStyleIdx="5" presStyleCnt="7"/>
      <dgm:spPr/>
    </dgm:pt>
    <dgm:pt modelId="{8FA94F8D-544C-49CE-97E0-A07953ECE7D8}" type="pres">
      <dgm:prSet presAssocID="{66072B45-0B3F-43EC-B640-C3C4FB3A19F7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513145C0-52A5-4420-A94B-11A7E3027FAA}" type="pres">
      <dgm:prSet presAssocID="{66072B45-0B3F-43EC-B640-C3C4FB3A19F7}" presName="negativeSpace" presStyleCnt="0"/>
      <dgm:spPr/>
    </dgm:pt>
    <dgm:pt modelId="{170FEA82-C7F7-49BA-AB70-ED2B64BB4ABD}" type="pres">
      <dgm:prSet presAssocID="{66072B45-0B3F-43EC-B640-C3C4FB3A19F7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C1FAAB0E-59DE-48AF-8C59-4BECF12C795D}" srcId="{2974A4B0-E4E0-44A7-8CA9-B6F476925480}" destId="{B0F69B61-0F93-4A69-BB98-156C158A0713}" srcOrd="4" destOrd="0" parTransId="{8FDFA19E-7359-4A7D-B4E6-1DE209AD3382}" sibTransId="{33B5F854-88F9-426F-A1E3-2ACC65E0BB3E}"/>
    <dgm:cxn modelId="{B3783E10-CD07-4150-8225-8E9815FFC727}" type="presOf" srcId="{2974A4B0-E4E0-44A7-8CA9-B6F476925480}" destId="{C61B6DE9-6D57-44FF-A191-51380E109301}" srcOrd="0" destOrd="0" presId="urn:microsoft.com/office/officeart/2005/8/layout/list1"/>
    <dgm:cxn modelId="{1336D327-23ED-42D1-BDBC-C33791FDB6BB}" type="presOf" srcId="{66072B45-0B3F-43EC-B640-C3C4FB3A19F7}" destId="{C8499E4B-7F9A-461E-8FD7-900419A176A6}" srcOrd="0" destOrd="0" presId="urn:microsoft.com/office/officeart/2005/8/layout/list1"/>
    <dgm:cxn modelId="{7DA3D128-7768-49B0-87C1-5D15363B02DC}" type="presOf" srcId="{25FC689C-38C4-44CE-91B8-3D6D728BE3BE}" destId="{A959EBBD-63AE-4DA8-AFF6-1F5E09081A01}" srcOrd="1" destOrd="0" presId="urn:microsoft.com/office/officeart/2005/8/layout/list1"/>
    <dgm:cxn modelId="{4959C53C-D8B7-4992-A3A6-B420E134BB92}" type="presOf" srcId="{0B2DE780-9128-4978-9303-22868527A7C2}" destId="{D70A9ED9-FE14-4E55-B55C-4D30695C8267}" srcOrd="0" destOrd="0" presId="urn:microsoft.com/office/officeart/2005/8/layout/list1"/>
    <dgm:cxn modelId="{C989325C-1A98-44E0-99A9-2E3A7CFBFB8B}" srcId="{2974A4B0-E4E0-44A7-8CA9-B6F476925480}" destId="{4702CB38-71F8-41C8-B338-AA91829CEA14}" srcOrd="2" destOrd="0" parTransId="{A49E2740-55A5-4848-8B9E-1CC8F3D38170}" sibTransId="{A12CB7F3-8495-4154-A770-7585B46E1929}"/>
    <dgm:cxn modelId="{3C106742-27E1-41B4-8A02-2225EFB27D5A}" srcId="{2974A4B0-E4E0-44A7-8CA9-B6F476925480}" destId="{6E55161D-0531-4CF2-860F-CBAE6F0B7E01}" srcOrd="1" destOrd="0" parTransId="{2E6E5398-D1AA-4017-91BC-08E38982A8D8}" sibTransId="{31AB9865-85C6-4FD7-86FA-11EF17E3C390}"/>
    <dgm:cxn modelId="{3DC40B66-5A12-444D-A1BA-614A91290973}" type="presOf" srcId="{85D9BF41-F43B-4FD7-8D79-3CD1E0F89EAC}" destId="{9FC74614-EE44-4BBC-8A3B-27D5A2CB4821}" srcOrd="1" destOrd="0" presId="urn:microsoft.com/office/officeart/2005/8/layout/list1"/>
    <dgm:cxn modelId="{7EC4BF67-6FFE-4BA3-B740-90F5228DC73A}" srcId="{2974A4B0-E4E0-44A7-8CA9-B6F476925480}" destId="{85D9BF41-F43B-4FD7-8D79-3CD1E0F89EAC}" srcOrd="5" destOrd="0" parTransId="{C3B2E154-3F40-4C79-A816-1189A83A599B}" sibTransId="{00CBC97D-96F0-4566-8ABF-42DCEC396D69}"/>
    <dgm:cxn modelId="{A2EE3568-1A9C-467D-82B9-D2FBB2A5FE34}" srcId="{2974A4B0-E4E0-44A7-8CA9-B6F476925480}" destId="{25FC689C-38C4-44CE-91B8-3D6D728BE3BE}" srcOrd="3" destOrd="0" parTransId="{D32C367E-F352-401F-A1F6-EFA93764A2EF}" sibTransId="{B7C0908F-3515-49AF-84DF-01551A1AEF99}"/>
    <dgm:cxn modelId="{2E8F7676-5F34-4FBB-88C0-99568880AA72}" type="presOf" srcId="{0B2DE780-9128-4978-9303-22868527A7C2}" destId="{E1BC6197-4F33-49E9-AE5B-5BE1C8DAE0E8}" srcOrd="1" destOrd="0" presId="urn:microsoft.com/office/officeart/2005/8/layout/list1"/>
    <dgm:cxn modelId="{9E6F0A86-058A-49B0-8F31-686A17B3FC80}" type="presOf" srcId="{66072B45-0B3F-43EC-B640-C3C4FB3A19F7}" destId="{8FA94F8D-544C-49CE-97E0-A07953ECE7D8}" srcOrd="1" destOrd="0" presId="urn:microsoft.com/office/officeart/2005/8/layout/list1"/>
    <dgm:cxn modelId="{BF636587-C718-43E0-A8C9-206FEE8F5B69}" type="presOf" srcId="{85D9BF41-F43B-4FD7-8D79-3CD1E0F89EAC}" destId="{AA29C0D6-FDE2-4C63-BF6E-483DE8C8E184}" srcOrd="0" destOrd="0" presId="urn:microsoft.com/office/officeart/2005/8/layout/list1"/>
    <dgm:cxn modelId="{B0A29899-7C26-42FF-9D35-4E99889A8F3F}" type="presOf" srcId="{4702CB38-71F8-41C8-B338-AA91829CEA14}" destId="{FF7F55E8-5844-448D-BDEA-DA9CEF525D62}" srcOrd="0" destOrd="0" presId="urn:microsoft.com/office/officeart/2005/8/layout/list1"/>
    <dgm:cxn modelId="{387F249A-37F2-442D-A21F-91C959F91284}" type="presOf" srcId="{B0F69B61-0F93-4A69-BB98-156C158A0713}" destId="{2ADD4A35-3EA7-4CDE-99D8-2CDB590F82D4}" srcOrd="0" destOrd="0" presId="urn:microsoft.com/office/officeart/2005/8/layout/list1"/>
    <dgm:cxn modelId="{531E069D-57F2-4173-805F-2CA4270AF674}" type="presOf" srcId="{4702CB38-71F8-41C8-B338-AA91829CEA14}" destId="{26D6E00E-FA61-42AB-BA6C-5BB7229519E7}" srcOrd="1" destOrd="0" presId="urn:microsoft.com/office/officeart/2005/8/layout/list1"/>
    <dgm:cxn modelId="{6FE646AF-13F5-4C04-8DB4-BDBF829504A6}" type="presOf" srcId="{6E55161D-0531-4CF2-860F-CBAE6F0B7E01}" destId="{F9FE3521-336F-404B-BC2E-9846D103F4D1}" srcOrd="0" destOrd="0" presId="urn:microsoft.com/office/officeart/2005/8/layout/list1"/>
    <dgm:cxn modelId="{1FE012B5-F480-4271-82CA-AD6657EA5E65}" type="presOf" srcId="{25FC689C-38C4-44CE-91B8-3D6D728BE3BE}" destId="{F1708D84-C03A-4B66-9831-01902358DDD5}" srcOrd="0" destOrd="0" presId="urn:microsoft.com/office/officeart/2005/8/layout/list1"/>
    <dgm:cxn modelId="{FDEF31B9-F888-4961-8B67-41793E2F533C}" type="presOf" srcId="{6E55161D-0531-4CF2-860F-CBAE6F0B7E01}" destId="{3333311C-9B64-4066-9A10-8951A47D2407}" srcOrd="1" destOrd="0" presId="urn:microsoft.com/office/officeart/2005/8/layout/list1"/>
    <dgm:cxn modelId="{53CF5ECB-3982-483A-931C-64AE2324EF6D}" srcId="{2974A4B0-E4E0-44A7-8CA9-B6F476925480}" destId="{0B2DE780-9128-4978-9303-22868527A7C2}" srcOrd="0" destOrd="0" parTransId="{7E1B34A5-75D6-4117-B1B9-705E9680356F}" sibTransId="{117FA7B7-4E41-4EF4-A491-C743F37F2A34}"/>
    <dgm:cxn modelId="{EC867EF1-181C-422F-9AB9-2EA80D583839}" type="presOf" srcId="{B0F69B61-0F93-4A69-BB98-156C158A0713}" destId="{80A3E04C-A864-4704-ABCF-E63FB94B7C80}" srcOrd="1" destOrd="0" presId="urn:microsoft.com/office/officeart/2005/8/layout/list1"/>
    <dgm:cxn modelId="{5BFD48FB-9A17-44F7-B5EC-9DFAFCC28431}" srcId="{2974A4B0-E4E0-44A7-8CA9-B6F476925480}" destId="{66072B45-0B3F-43EC-B640-C3C4FB3A19F7}" srcOrd="6" destOrd="0" parTransId="{00259051-B93B-4E03-9902-D1A63F78971D}" sibTransId="{B98B9895-71DC-4551-955D-0588F083619D}"/>
    <dgm:cxn modelId="{673F4190-068F-4C70-BDFE-AFB4A364E1B6}" type="presParOf" srcId="{C61B6DE9-6D57-44FF-A191-51380E109301}" destId="{4EF8AFF7-13FC-4778-83AE-CA408CD06956}" srcOrd="0" destOrd="0" presId="urn:microsoft.com/office/officeart/2005/8/layout/list1"/>
    <dgm:cxn modelId="{FE3D5A89-17B7-4317-9A1E-5642DFF2CBD4}" type="presParOf" srcId="{4EF8AFF7-13FC-4778-83AE-CA408CD06956}" destId="{D70A9ED9-FE14-4E55-B55C-4D30695C8267}" srcOrd="0" destOrd="0" presId="urn:microsoft.com/office/officeart/2005/8/layout/list1"/>
    <dgm:cxn modelId="{8316453B-DCF0-4132-AA07-14CB1C7E4147}" type="presParOf" srcId="{4EF8AFF7-13FC-4778-83AE-CA408CD06956}" destId="{E1BC6197-4F33-49E9-AE5B-5BE1C8DAE0E8}" srcOrd="1" destOrd="0" presId="urn:microsoft.com/office/officeart/2005/8/layout/list1"/>
    <dgm:cxn modelId="{15056FB1-55F7-462A-B03D-AC5754945628}" type="presParOf" srcId="{C61B6DE9-6D57-44FF-A191-51380E109301}" destId="{79C71513-AD21-49FF-95BD-9D8984AC8715}" srcOrd="1" destOrd="0" presId="urn:microsoft.com/office/officeart/2005/8/layout/list1"/>
    <dgm:cxn modelId="{4D588A06-36F1-4F05-8DC0-7FBEB28AE46B}" type="presParOf" srcId="{C61B6DE9-6D57-44FF-A191-51380E109301}" destId="{0AD9BF93-4F3B-4E40-8138-5836CDF4AFAB}" srcOrd="2" destOrd="0" presId="urn:microsoft.com/office/officeart/2005/8/layout/list1"/>
    <dgm:cxn modelId="{C0521BFA-9DAA-41B7-BEE3-5CB28C1A5D20}" type="presParOf" srcId="{C61B6DE9-6D57-44FF-A191-51380E109301}" destId="{F3DE5EC6-4803-4DC7-8079-08E9D326E847}" srcOrd="3" destOrd="0" presId="urn:microsoft.com/office/officeart/2005/8/layout/list1"/>
    <dgm:cxn modelId="{306352D1-BCA6-4EB5-9122-1260EDA569FA}" type="presParOf" srcId="{C61B6DE9-6D57-44FF-A191-51380E109301}" destId="{7A8C0F35-51CB-42CB-BE2D-7C9821577159}" srcOrd="4" destOrd="0" presId="urn:microsoft.com/office/officeart/2005/8/layout/list1"/>
    <dgm:cxn modelId="{693A7282-542D-4CA2-B709-4F219873A203}" type="presParOf" srcId="{7A8C0F35-51CB-42CB-BE2D-7C9821577159}" destId="{F9FE3521-336F-404B-BC2E-9846D103F4D1}" srcOrd="0" destOrd="0" presId="urn:microsoft.com/office/officeart/2005/8/layout/list1"/>
    <dgm:cxn modelId="{CB04F267-2666-4978-9E07-12777D0E30CC}" type="presParOf" srcId="{7A8C0F35-51CB-42CB-BE2D-7C9821577159}" destId="{3333311C-9B64-4066-9A10-8951A47D2407}" srcOrd="1" destOrd="0" presId="urn:microsoft.com/office/officeart/2005/8/layout/list1"/>
    <dgm:cxn modelId="{4C1F5E03-FA7C-4C33-9B18-059DC32A1A9B}" type="presParOf" srcId="{C61B6DE9-6D57-44FF-A191-51380E109301}" destId="{52EA79E1-D664-454F-A05D-6B8FE2A6457A}" srcOrd="5" destOrd="0" presId="urn:microsoft.com/office/officeart/2005/8/layout/list1"/>
    <dgm:cxn modelId="{B41497D8-0C43-4DC8-B613-9DC5C76177C4}" type="presParOf" srcId="{C61B6DE9-6D57-44FF-A191-51380E109301}" destId="{4E3DDB1D-A35C-4854-AF2A-14F9091A1043}" srcOrd="6" destOrd="0" presId="urn:microsoft.com/office/officeart/2005/8/layout/list1"/>
    <dgm:cxn modelId="{95CFE58E-60FF-4E96-AAEB-D21D7AB82953}" type="presParOf" srcId="{C61B6DE9-6D57-44FF-A191-51380E109301}" destId="{B2F1972E-5FE4-400A-841A-C01F27DF4CE8}" srcOrd="7" destOrd="0" presId="urn:microsoft.com/office/officeart/2005/8/layout/list1"/>
    <dgm:cxn modelId="{05667AD6-5325-449C-9B23-06E388F766FA}" type="presParOf" srcId="{C61B6DE9-6D57-44FF-A191-51380E109301}" destId="{B6115F74-C27B-4DA3-B329-A099758E79D7}" srcOrd="8" destOrd="0" presId="urn:microsoft.com/office/officeart/2005/8/layout/list1"/>
    <dgm:cxn modelId="{55FF94F3-CCED-4240-AFFB-1279F793C366}" type="presParOf" srcId="{B6115F74-C27B-4DA3-B329-A099758E79D7}" destId="{FF7F55E8-5844-448D-BDEA-DA9CEF525D62}" srcOrd="0" destOrd="0" presId="urn:microsoft.com/office/officeart/2005/8/layout/list1"/>
    <dgm:cxn modelId="{BD5171B5-DA53-4255-A0F6-FB8734596C5E}" type="presParOf" srcId="{B6115F74-C27B-4DA3-B329-A099758E79D7}" destId="{26D6E00E-FA61-42AB-BA6C-5BB7229519E7}" srcOrd="1" destOrd="0" presId="urn:microsoft.com/office/officeart/2005/8/layout/list1"/>
    <dgm:cxn modelId="{18CCC000-91B7-467B-93F0-DE0DC5FE948C}" type="presParOf" srcId="{C61B6DE9-6D57-44FF-A191-51380E109301}" destId="{07186F94-6F24-4810-B7BB-14E5D877568F}" srcOrd="9" destOrd="0" presId="urn:microsoft.com/office/officeart/2005/8/layout/list1"/>
    <dgm:cxn modelId="{C5D481C1-F17C-4272-A242-F0F188FA1F47}" type="presParOf" srcId="{C61B6DE9-6D57-44FF-A191-51380E109301}" destId="{4A1DCEA9-24AF-43F1-B1F7-EAAF1F74C537}" srcOrd="10" destOrd="0" presId="urn:microsoft.com/office/officeart/2005/8/layout/list1"/>
    <dgm:cxn modelId="{AA8C2FF5-887D-4704-89B1-B95975917A55}" type="presParOf" srcId="{C61B6DE9-6D57-44FF-A191-51380E109301}" destId="{5E895218-65AA-4B2B-8621-75ED3F1553C7}" srcOrd="11" destOrd="0" presId="urn:microsoft.com/office/officeart/2005/8/layout/list1"/>
    <dgm:cxn modelId="{EE2AC225-6B83-4677-851F-CE971E989CF6}" type="presParOf" srcId="{C61B6DE9-6D57-44FF-A191-51380E109301}" destId="{C19E451C-09AE-4260-91D0-DF68107ABE1B}" srcOrd="12" destOrd="0" presId="urn:microsoft.com/office/officeart/2005/8/layout/list1"/>
    <dgm:cxn modelId="{319FE039-5113-44AD-9AAB-9B8845FC0C5F}" type="presParOf" srcId="{C19E451C-09AE-4260-91D0-DF68107ABE1B}" destId="{F1708D84-C03A-4B66-9831-01902358DDD5}" srcOrd="0" destOrd="0" presId="urn:microsoft.com/office/officeart/2005/8/layout/list1"/>
    <dgm:cxn modelId="{44A811DC-3479-41EA-A33D-76CFDF3BA07E}" type="presParOf" srcId="{C19E451C-09AE-4260-91D0-DF68107ABE1B}" destId="{A959EBBD-63AE-4DA8-AFF6-1F5E09081A01}" srcOrd="1" destOrd="0" presId="urn:microsoft.com/office/officeart/2005/8/layout/list1"/>
    <dgm:cxn modelId="{8F78449A-53AC-4CEB-8B72-35F9EC38681F}" type="presParOf" srcId="{C61B6DE9-6D57-44FF-A191-51380E109301}" destId="{A8E36DC7-2F02-48FE-ABE4-B086563D0F8F}" srcOrd="13" destOrd="0" presId="urn:microsoft.com/office/officeart/2005/8/layout/list1"/>
    <dgm:cxn modelId="{0A3CE1D1-92D1-4B29-BD97-86F8E6F3CB71}" type="presParOf" srcId="{C61B6DE9-6D57-44FF-A191-51380E109301}" destId="{9D9783A7-2CEE-47AA-9717-10EAF5A15877}" srcOrd="14" destOrd="0" presId="urn:microsoft.com/office/officeart/2005/8/layout/list1"/>
    <dgm:cxn modelId="{A63F4804-F501-4546-ABBD-391773980030}" type="presParOf" srcId="{C61B6DE9-6D57-44FF-A191-51380E109301}" destId="{0B594CC6-AE8F-40FE-8042-546DE1A783E9}" srcOrd="15" destOrd="0" presId="urn:microsoft.com/office/officeart/2005/8/layout/list1"/>
    <dgm:cxn modelId="{BB29B303-AFAB-45F8-AE61-6B3A1348E710}" type="presParOf" srcId="{C61B6DE9-6D57-44FF-A191-51380E109301}" destId="{E3FE7F1C-7DA3-4DEE-8C78-C5FBB6D5295C}" srcOrd="16" destOrd="0" presId="urn:microsoft.com/office/officeart/2005/8/layout/list1"/>
    <dgm:cxn modelId="{192093FB-370E-43BA-ACF2-45FECA669622}" type="presParOf" srcId="{E3FE7F1C-7DA3-4DEE-8C78-C5FBB6D5295C}" destId="{2ADD4A35-3EA7-4CDE-99D8-2CDB590F82D4}" srcOrd="0" destOrd="0" presId="urn:microsoft.com/office/officeart/2005/8/layout/list1"/>
    <dgm:cxn modelId="{A44ED7DE-C83A-46FF-9CC7-7EAC4A12794C}" type="presParOf" srcId="{E3FE7F1C-7DA3-4DEE-8C78-C5FBB6D5295C}" destId="{80A3E04C-A864-4704-ABCF-E63FB94B7C80}" srcOrd="1" destOrd="0" presId="urn:microsoft.com/office/officeart/2005/8/layout/list1"/>
    <dgm:cxn modelId="{F671B4D7-AB86-4180-8134-8559405047D7}" type="presParOf" srcId="{C61B6DE9-6D57-44FF-A191-51380E109301}" destId="{2CFE7221-94B5-49A5-B883-BDD67BE8C148}" srcOrd="17" destOrd="0" presId="urn:microsoft.com/office/officeart/2005/8/layout/list1"/>
    <dgm:cxn modelId="{41B44501-1C18-48B6-BE70-BA618751995E}" type="presParOf" srcId="{C61B6DE9-6D57-44FF-A191-51380E109301}" destId="{BD228758-1E3F-4869-B3E3-F3B436558A3C}" srcOrd="18" destOrd="0" presId="urn:microsoft.com/office/officeart/2005/8/layout/list1"/>
    <dgm:cxn modelId="{358114F8-52E8-4659-AC10-27E248D3D628}" type="presParOf" srcId="{C61B6DE9-6D57-44FF-A191-51380E109301}" destId="{B3E330CC-0DD9-4509-9FE4-A0EAD53832D3}" srcOrd="19" destOrd="0" presId="urn:microsoft.com/office/officeart/2005/8/layout/list1"/>
    <dgm:cxn modelId="{5AA6D0D0-BAAB-4199-B65D-2D566C403508}" type="presParOf" srcId="{C61B6DE9-6D57-44FF-A191-51380E109301}" destId="{B3F2900C-247F-42EA-AF44-90B81828757B}" srcOrd="20" destOrd="0" presId="urn:microsoft.com/office/officeart/2005/8/layout/list1"/>
    <dgm:cxn modelId="{B5C4FA24-EBAD-445F-B9D8-2391391EF69C}" type="presParOf" srcId="{B3F2900C-247F-42EA-AF44-90B81828757B}" destId="{AA29C0D6-FDE2-4C63-BF6E-483DE8C8E184}" srcOrd="0" destOrd="0" presId="urn:microsoft.com/office/officeart/2005/8/layout/list1"/>
    <dgm:cxn modelId="{C92D0096-C98C-420E-BC0D-AAF834FC53E7}" type="presParOf" srcId="{B3F2900C-247F-42EA-AF44-90B81828757B}" destId="{9FC74614-EE44-4BBC-8A3B-27D5A2CB4821}" srcOrd="1" destOrd="0" presId="urn:microsoft.com/office/officeart/2005/8/layout/list1"/>
    <dgm:cxn modelId="{0B70B425-C036-4F2E-80F0-90E0EE398DA4}" type="presParOf" srcId="{C61B6DE9-6D57-44FF-A191-51380E109301}" destId="{2C2A546A-CA36-4DF0-BB7E-49A1F8D4A370}" srcOrd="21" destOrd="0" presId="urn:microsoft.com/office/officeart/2005/8/layout/list1"/>
    <dgm:cxn modelId="{1EBF39FA-4D87-47A4-B4E6-5BE6D679F379}" type="presParOf" srcId="{C61B6DE9-6D57-44FF-A191-51380E109301}" destId="{B38E2E70-3878-411C-A81D-4D1EF31499F7}" srcOrd="22" destOrd="0" presId="urn:microsoft.com/office/officeart/2005/8/layout/list1"/>
    <dgm:cxn modelId="{54B5E9C1-FEBD-4EFA-8643-3A31BDB70DC2}" type="presParOf" srcId="{C61B6DE9-6D57-44FF-A191-51380E109301}" destId="{F16038E1-5AA0-4A36-95BD-482029D1AC43}" srcOrd="23" destOrd="0" presId="urn:microsoft.com/office/officeart/2005/8/layout/list1"/>
    <dgm:cxn modelId="{87E314E6-E742-4701-A1CE-CEB5A74F42CD}" type="presParOf" srcId="{C61B6DE9-6D57-44FF-A191-51380E109301}" destId="{2232D3E7-8D9F-4EC3-AB5C-58791BEA0DF6}" srcOrd="24" destOrd="0" presId="urn:microsoft.com/office/officeart/2005/8/layout/list1"/>
    <dgm:cxn modelId="{3BA2F98E-CB9D-4C93-BEC4-F63DE99B7639}" type="presParOf" srcId="{2232D3E7-8D9F-4EC3-AB5C-58791BEA0DF6}" destId="{C8499E4B-7F9A-461E-8FD7-900419A176A6}" srcOrd="0" destOrd="0" presId="urn:microsoft.com/office/officeart/2005/8/layout/list1"/>
    <dgm:cxn modelId="{62CA1196-5C62-4C4E-A3E6-93858ECC475D}" type="presParOf" srcId="{2232D3E7-8D9F-4EC3-AB5C-58791BEA0DF6}" destId="{8FA94F8D-544C-49CE-97E0-A07953ECE7D8}" srcOrd="1" destOrd="0" presId="urn:microsoft.com/office/officeart/2005/8/layout/list1"/>
    <dgm:cxn modelId="{91980EFE-E198-4415-92D2-481206D50152}" type="presParOf" srcId="{C61B6DE9-6D57-44FF-A191-51380E109301}" destId="{513145C0-52A5-4420-A94B-11A7E3027FAA}" srcOrd="25" destOrd="0" presId="urn:microsoft.com/office/officeart/2005/8/layout/list1"/>
    <dgm:cxn modelId="{CAD3C112-7399-4543-A052-E843D1A0F34E}" type="presParOf" srcId="{C61B6DE9-6D57-44FF-A191-51380E109301}" destId="{170FEA82-C7F7-49BA-AB70-ED2B64BB4ABD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E0424-B606-4999-835F-BA00F2504B39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Input: RGB image from site cameras.</a:t>
          </a:r>
        </a:p>
      </dsp:txBody>
      <dsp:txXfrm>
        <a:off x="32784" y="831645"/>
        <a:ext cx="8164032" cy="606012"/>
      </dsp:txXfrm>
    </dsp:sp>
    <dsp:sp modelId="{DF8B1897-8796-45BD-A57C-90DEB33A52BB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Output: safe / unsafe (or no_workers).</a:t>
          </a:r>
        </a:p>
      </dsp:txBody>
      <dsp:txXfrm>
        <a:off x="32784" y="1583865"/>
        <a:ext cx="8164032" cy="606012"/>
      </dsp:txXfrm>
    </dsp:sp>
    <dsp:sp modelId="{84D95955-DAF8-45F3-A0F3-C09FAD72E636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Task: supervised image classification.</a:t>
          </a:r>
        </a:p>
      </dsp:txBody>
      <dsp:txXfrm>
        <a:off x="32784" y="2336085"/>
        <a:ext cx="8164032" cy="606012"/>
      </dsp:txXfrm>
    </dsp:sp>
    <dsp:sp modelId="{DA38193C-9B98-4529-ABCF-EB67891A4DCF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Example: all helmets → safe; missing helmet → unsafe.</a:t>
          </a:r>
        </a:p>
      </dsp:txBody>
      <dsp:txXfrm>
        <a:off x="32784" y="3088305"/>
        <a:ext cx="8164032" cy="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9BF93-4F3B-4E40-8138-5836CDF4AFAB}">
      <dsp:nvSpPr>
        <dsp:cNvPr id="0" name=""/>
        <dsp:cNvSpPr/>
      </dsp:nvSpPr>
      <dsp:spPr>
        <a:xfrm>
          <a:off x="0" y="310216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C6197-4F33-49E9-AE5B-5BE1C8DAE0E8}">
      <dsp:nvSpPr>
        <dsp:cNvPr id="0" name=""/>
        <dsp:cNvSpPr/>
      </dsp:nvSpPr>
      <dsp:spPr>
        <a:xfrm>
          <a:off x="225079" y="147856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Metrics: accuracy, precision, recall, F1.</a:t>
          </a:r>
        </a:p>
      </dsp:txBody>
      <dsp:txXfrm>
        <a:off x="240931" y="163708"/>
        <a:ext cx="3119403" cy="293016"/>
      </dsp:txXfrm>
    </dsp:sp>
    <dsp:sp modelId="{4E3DDB1D-A35C-4854-AF2A-14F9091A1043}">
      <dsp:nvSpPr>
        <dsp:cNvPr id="0" name=""/>
        <dsp:cNvSpPr/>
      </dsp:nvSpPr>
      <dsp:spPr>
        <a:xfrm>
          <a:off x="0" y="809176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3311C-9B64-4066-9A10-8951A47D2407}">
      <dsp:nvSpPr>
        <dsp:cNvPr id="0" name=""/>
        <dsp:cNvSpPr/>
      </dsp:nvSpPr>
      <dsp:spPr>
        <a:xfrm>
          <a:off x="225079" y="646816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Critical: catching unsafe images.</a:t>
          </a:r>
        </a:p>
      </dsp:txBody>
      <dsp:txXfrm>
        <a:off x="240931" y="662668"/>
        <a:ext cx="3119403" cy="293016"/>
      </dsp:txXfrm>
    </dsp:sp>
    <dsp:sp modelId="{4A1DCEA9-24AF-43F1-B1F7-EAAF1F74C537}">
      <dsp:nvSpPr>
        <dsp:cNvPr id="0" name=""/>
        <dsp:cNvSpPr/>
      </dsp:nvSpPr>
      <dsp:spPr>
        <a:xfrm>
          <a:off x="0" y="1308137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6E00E-FA61-42AB-BA6C-5BB7229519E7}">
      <dsp:nvSpPr>
        <dsp:cNvPr id="0" name=""/>
        <dsp:cNvSpPr/>
      </dsp:nvSpPr>
      <dsp:spPr>
        <a:xfrm>
          <a:off x="225079" y="1145776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Confusion matrix analysis.</a:t>
          </a:r>
        </a:p>
      </dsp:txBody>
      <dsp:txXfrm>
        <a:off x="240931" y="1161628"/>
        <a:ext cx="3119403" cy="293016"/>
      </dsp:txXfrm>
    </dsp:sp>
    <dsp:sp modelId="{9D9783A7-2CEE-47AA-9717-10EAF5A15877}">
      <dsp:nvSpPr>
        <dsp:cNvPr id="0" name=""/>
        <dsp:cNvSpPr/>
      </dsp:nvSpPr>
      <dsp:spPr>
        <a:xfrm>
          <a:off x="0" y="1807097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9EBBD-63AE-4DA8-AFF6-1F5E09081A01}">
      <dsp:nvSpPr>
        <dsp:cNvPr id="0" name=""/>
        <dsp:cNvSpPr/>
      </dsp:nvSpPr>
      <dsp:spPr>
        <a:xfrm>
          <a:off x="225079" y="1644737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Weeks 1–2: define task, collect images.</a:t>
          </a:r>
        </a:p>
      </dsp:txBody>
      <dsp:txXfrm>
        <a:off x="240931" y="1660589"/>
        <a:ext cx="3119403" cy="293016"/>
      </dsp:txXfrm>
    </dsp:sp>
    <dsp:sp modelId="{BD228758-1E3F-4869-B3E3-F3B436558A3C}">
      <dsp:nvSpPr>
        <dsp:cNvPr id="0" name=""/>
        <dsp:cNvSpPr/>
      </dsp:nvSpPr>
      <dsp:spPr>
        <a:xfrm>
          <a:off x="0" y="2306057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3E04C-A864-4704-ABCF-E63FB94B7C80}">
      <dsp:nvSpPr>
        <dsp:cNvPr id="0" name=""/>
        <dsp:cNvSpPr/>
      </dsp:nvSpPr>
      <dsp:spPr>
        <a:xfrm>
          <a:off x="225079" y="2143697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Weeks 3–4: generate synthetic dataset.</a:t>
          </a:r>
        </a:p>
      </dsp:txBody>
      <dsp:txXfrm>
        <a:off x="240931" y="2159549"/>
        <a:ext cx="3119403" cy="293016"/>
      </dsp:txXfrm>
    </dsp:sp>
    <dsp:sp modelId="{B38E2E70-3878-411C-A81D-4D1EF31499F7}">
      <dsp:nvSpPr>
        <dsp:cNvPr id="0" name=""/>
        <dsp:cNvSpPr/>
      </dsp:nvSpPr>
      <dsp:spPr>
        <a:xfrm>
          <a:off x="0" y="2805017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74614-EE44-4BBC-8A3B-27D5A2CB4821}">
      <dsp:nvSpPr>
        <dsp:cNvPr id="0" name=""/>
        <dsp:cNvSpPr/>
      </dsp:nvSpPr>
      <dsp:spPr>
        <a:xfrm>
          <a:off x="225079" y="2642657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Weeks 5–6: train models.</a:t>
          </a:r>
        </a:p>
      </dsp:txBody>
      <dsp:txXfrm>
        <a:off x="240931" y="2658509"/>
        <a:ext cx="3119403" cy="293016"/>
      </dsp:txXfrm>
    </dsp:sp>
    <dsp:sp modelId="{170FEA82-C7F7-49BA-AB70-ED2B64BB4ABD}">
      <dsp:nvSpPr>
        <dsp:cNvPr id="0" name=""/>
        <dsp:cNvSpPr/>
      </dsp:nvSpPr>
      <dsp:spPr>
        <a:xfrm>
          <a:off x="0" y="3303977"/>
          <a:ext cx="4501582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94F8D-544C-49CE-97E0-A07953ECE7D8}">
      <dsp:nvSpPr>
        <dsp:cNvPr id="0" name=""/>
        <dsp:cNvSpPr/>
      </dsp:nvSpPr>
      <dsp:spPr>
        <a:xfrm>
          <a:off x="225079" y="3141617"/>
          <a:ext cx="3151107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Weeks 7–8: evaluate &amp; prepare report.</a:t>
          </a:r>
        </a:p>
      </dsp:txBody>
      <dsp:txXfrm>
        <a:off x="240931" y="3157469"/>
        <a:ext cx="3119403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כלי עבודה בבנייה">
            <a:extLst>
              <a:ext uri="{FF2B5EF4-FFF2-40B4-BE49-F238E27FC236}">
                <a16:creationId xmlns:a16="http://schemas.microsoft.com/office/drawing/2014/main" id="{5EE564E2-8767-FEE8-5921-8FD2E3732B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8781" r="2218" b="-1"/>
          <a:stretch>
            <a:fillRect/>
          </a:stretch>
        </p:blipFill>
        <p:spPr>
          <a:xfrm>
            <a:off x="7212" y="-27432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HelmetGuard: Safety Classification of Construction Site 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034" y="4543805"/>
            <a:ext cx="5278374" cy="2215211"/>
          </a:xfrm>
        </p:spPr>
        <p:txBody>
          <a:bodyPr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Detecting unsafe construction situations based on workers wearing helmets.</a:t>
            </a:r>
          </a:p>
          <a:p>
            <a:pPr algn="l">
              <a:lnSpc>
                <a:spcPct val="90000"/>
              </a:lnSpc>
            </a:pPr>
            <a:endParaRPr lang="en-US" sz="14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Student: Dan Koenkas, Nadav </a:t>
            </a:r>
            <a:r>
              <a:rPr lang="en-US" sz="1400" dirty="0" err="1">
                <a:solidFill>
                  <a:srgbClr val="FFFFFF"/>
                </a:solidFill>
              </a:rPr>
              <a:t>Golche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Faragian</a:t>
            </a:r>
            <a:endParaRPr lang="en-US" sz="14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Course: Generative AI for Computer Vision</a:t>
            </a:r>
          </a:p>
          <a:p>
            <a:pPr algn="l">
              <a:lnSpc>
                <a:spcPct val="90000"/>
              </a:lnSpc>
            </a:pPr>
            <a:endParaRPr lang="en-US" sz="14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400" dirty="0">
                <a:solidFill>
                  <a:srgbClr val="FFFFFF"/>
                </a:solidFill>
              </a:rPr>
              <a:t>We propose a vision system that classifies construction images as safe or unsafe based on helmet usage.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Motivation &amp; Real-World Use Case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100"/>
          </a:p>
          <a:p>
            <a:pPr lvl="1">
              <a:lnSpc>
                <a:spcPct val="90000"/>
              </a:lnSpc>
            </a:pPr>
            <a:r>
              <a:rPr lang="en-US" sz="2100"/>
              <a:t>Construction sites are high-risk environments with frequent accidents.</a:t>
            </a:r>
          </a:p>
          <a:p>
            <a:pPr lvl="1">
              <a:lnSpc>
                <a:spcPct val="90000"/>
              </a:lnSpc>
            </a:pPr>
            <a:r>
              <a:rPr lang="en-US" sz="2100"/>
              <a:t>Some accidents are due to workers not wearing helmets.</a:t>
            </a:r>
          </a:p>
          <a:p>
            <a:pPr lvl="1">
              <a:lnSpc>
                <a:spcPct val="90000"/>
              </a:lnSpc>
            </a:pPr>
            <a:r>
              <a:rPr lang="en-US" sz="2100"/>
              <a:t>Large companies cannot manually monitor all camera feeds.</a:t>
            </a:r>
          </a:p>
          <a:p>
            <a:pPr lvl="1">
              <a:lnSpc>
                <a:spcPct val="90000"/>
              </a:lnSpc>
            </a:pPr>
            <a:r>
              <a:rPr lang="en-US" sz="2100"/>
              <a:t>Cameras already exist on many sites.</a:t>
            </a:r>
          </a:p>
          <a:p>
            <a:pPr lvl="1">
              <a:lnSpc>
                <a:spcPct val="90000"/>
              </a:lnSpc>
            </a:pPr>
            <a:r>
              <a:rPr lang="en-US" sz="2100"/>
              <a:t>An automated system can support safety officers and improve compliance.</a:t>
            </a:r>
          </a:p>
          <a:p>
            <a:pPr>
              <a:lnSpc>
                <a:spcPct val="90000"/>
              </a:lnSpc>
            </a:pPr>
            <a:r>
              <a:rPr lang="en-US" sz="2100"/>
              <a:t>Target user: a safety officer receiving automatic alerts for unsafe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Task: Image-Based Safety Classification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B5301F-FE22-02D9-A9B4-5D72B092ED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Dataset: Real + Synthetic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Real images: 50–200 labeled photos for validation/test.</a:t>
            </a:r>
          </a:p>
          <a:p>
            <a:pPr lvl="1"/>
            <a:r>
              <a:rPr lang="en-US" sz="1700"/>
              <a:t>Synthetic images: generated using diffusion models (SDXL).</a:t>
            </a:r>
          </a:p>
          <a:p>
            <a:pPr lvl="1"/>
            <a:r>
              <a:rPr lang="en-US" sz="1700"/>
              <a:t>Prompts vary workers, background, lighting, angles.</a:t>
            </a:r>
          </a:p>
          <a:p>
            <a:pPr lvl="1"/>
            <a:r>
              <a:rPr lang="en-US" sz="1700"/>
              <a:t>Optional: inpainting to remove helmets.</a:t>
            </a:r>
          </a:p>
          <a:p>
            <a:r>
              <a:rPr lang="en-US" sz="1700"/>
              <a:t>Text prompt → GenAI → Synthetic images → Training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Models &amp; Methods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51176"/>
            <a:ext cx="3064248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pPr lvl="1"/>
            <a:r>
              <a:rPr lang="en-US" sz="1700"/>
              <a:t>Preprocessing: resize, normalize, augmentation.</a:t>
            </a:r>
          </a:p>
          <a:p>
            <a:pPr lvl="1"/>
            <a:r>
              <a:rPr lang="en-US" sz="1700"/>
              <a:t>Baseline: pretrained features + classifier.</a:t>
            </a:r>
          </a:p>
          <a:p>
            <a:pPr lvl="1"/>
            <a:r>
              <a:rPr lang="en-US" sz="1700"/>
              <a:t>ResNet50 fine-tuning on synthetic data.</a:t>
            </a:r>
          </a:p>
          <a:p>
            <a:pPr lvl="1"/>
            <a:r>
              <a:rPr lang="en-US" sz="1700"/>
              <a:t>Optional: ViT for advanced modeling.</a:t>
            </a:r>
          </a:p>
          <a:p>
            <a:r>
              <a:rPr lang="en-US" sz="1700"/>
              <a:t>Synthetic + real images → ResNet50/ViT → prediction.</a:t>
            </a:r>
          </a:p>
        </p:txBody>
      </p:sp>
      <p:pic>
        <p:nvPicPr>
          <p:cNvPr id="5" name="Picture 4" descr="סגור מודל ולקולרי">
            <a:extLst>
              <a:ext uri="{FF2B5EF4-FFF2-40B4-BE49-F238E27FC236}">
                <a16:creationId xmlns:a16="http://schemas.microsoft.com/office/drawing/2014/main" id="{918947AB-D528-067D-AB29-8F5219DF3C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86" r="3064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Evaluation &amp; Project Plan</a:t>
            </a:r>
          </a:p>
        </p:txBody>
      </p:sp>
      <p:pic>
        <p:nvPicPr>
          <p:cNvPr id="6" name="Picture 5" descr="תמונה שמכילה סימטריה, דפוס, קו, בניי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043D60-F66B-3E67-84E6-9CE670DF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48" r="41544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BC653D-FA4E-7CE2-1C43-A403CFEBA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30772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309</Words>
  <Application>Microsoft Office PowerPoint</Application>
  <PresentationFormat>‫הצגה על המסך (4:3)</PresentationFormat>
  <Paragraphs>42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HelmetGuard: Safety Classification of Construction Site Images</vt:lpstr>
      <vt:lpstr>Motivation &amp; Real-World Use Case</vt:lpstr>
      <vt:lpstr>ML Task: Image-Based Safety Classification</vt:lpstr>
      <vt:lpstr>Dataset: Real + Synthetic Images</vt:lpstr>
      <vt:lpstr>Models &amp; Methods</vt:lpstr>
      <vt:lpstr>Evaluation &amp; Project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</dc:creator>
  <cp:keywords/>
  <dc:description>generated using python-pptx</dc:description>
  <cp:lastModifiedBy>Dan Koenkas</cp:lastModifiedBy>
  <cp:revision>2</cp:revision>
  <dcterms:created xsi:type="dcterms:W3CDTF">2013-01-27T09:14:16Z</dcterms:created>
  <dcterms:modified xsi:type="dcterms:W3CDTF">2025-12-01T16:59:24Z</dcterms:modified>
  <cp:category/>
</cp:coreProperties>
</file>